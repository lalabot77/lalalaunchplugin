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56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6" r:id="rId17"/>
    <p:sldId id="277" r:id="rId18"/>
    <p:sldId id="278" r:id="rId19"/>
    <p:sldId id="279" r:id="rId20"/>
    <p:sldId id="2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2052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EF18-5EE9-1666-EDF0-451DC1D9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45B7-7B99-D7EF-F713-A5B6BA0C0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571366"/>
            <a:ext cx="762106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90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A2FCA-296C-5270-4B1F-7EF933B6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96BF58-D29B-E543-E841-7F290242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14" y="522515"/>
            <a:ext cx="10503875" cy="590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9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6C24-9BC5-4CB3-069E-56CB8E6B6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1E03BC-08FE-31EA-5D4D-0E59C916A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13" y="332943"/>
            <a:ext cx="11279174" cy="619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4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A4EC-FC90-DF59-9EC4-7381279D0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0EEBC9-9BD7-352B-9A2B-D455C9CDF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29" y="0"/>
            <a:ext cx="118727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77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0B11F-F72C-1BCE-F470-513FAA510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3CFED-F21A-6217-629A-69CD13B0D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020" y="318653"/>
            <a:ext cx="8125959" cy="622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49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CDEA-C2EB-BFB7-4799-4A94C655B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9D5594-346D-9DC9-929D-674AE373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99574"/>
            <a:ext cx="8154538" cy="645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44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B6802-036F-030E-740F-1782BABD3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17ABA5-EB81-1B76-65F5-5771C535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57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4B83F-ABE3-D87F-3831-357223EC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7FE6D-CDAB-1AF2-7FB2-5B139286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3" y="175758"/>
            <a:ext cx="9774014" cy="650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805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A772-8D7C-93D4-F80B-C93C9DC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875420-386E-EEDB-2089-B828F7891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991" y="0"/>
            <a:ext cx="81360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29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DFCA-4A9A-8AFD-427E-752BD5F86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C3F6AF-CD92-8BEC-7C92-B4C2726C7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906" y="0"/>
            <a:ext cx="8036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88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DD84-3261-1293-6A06-26BC419EF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09E59-5EC8-EAAD-CF94-B261DBD1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04" y="0"/>
            <a:ext cx="71057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053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221C-1FED-A921-993F-77037A53D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EC7B36-46D0-C5E5-AA96-52026EF19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973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25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5B63E-D1E7-6FB0-DFF0-3100975F2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302A51-9E45-5C11-9524-FA534C363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030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660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7725F-C6B9-8228-27E7-D5BAF4EA9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6171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4</cp:revision>
  <dcterms:created xsi:type="dcterms:W3CDTF">2025-06-12T08:02:11Z</dcterms:created>
  <dcterms:modified xsi:type="dcterms:W3CDTF">2025-11-24T22:52:03Z</dcterms:modified>
</cp:coreProperties>
</file>