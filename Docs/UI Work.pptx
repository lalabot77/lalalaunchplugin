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1" r:id="rId2"/>
    <p:sldId id="256" r:id="rId3"/>
    <p:sldId id="257" r:id="rId4"/>
    <p:sldId id="258" r:id="rId5"/>
    <p:sldId id="259" r:id="rId6"/>
    <p:sldId id="260" r:id="rId7"/>
    <p:sldId id="263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5" r:id="rId16"/>
    <p:sldId id="276" r:id="rId17"/>
    <p:sldId id="277" r:id="rId18"/>
    <p:sldId id="278" r:id="rId19"/>
    <p:sldId id="279" r:id="rId20"/>
    <p:sldId id="280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108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y Larkman" userId="2da26f2e4321c6c2" providerId="LiveId" clId="{011D6294-EEDB-4A63-B2E0-7A95F87567C2}"/>
    <pc:docChg chg="modSld">
      <pc:chgData name="Andy Larkman" userId="2da26f2e4321c6c2" providerId="LiveId" clId="{011D6294-EEDB-4A63-B2E0-7A95F87567C2}" dt="2025-09-12T10:38:10.098" v="1" actId="22"/>
      <pc:docMkLst>
        <pc:docMk/>
      </pc:docMkLst>
      <pc:sldChg chg="addSp mod">
        <pc:chgData name="Andy Larkman" userId="2da26f2e4321c6c2" providerId="LiveId" clId="{011D6294-EEDB-4A63-B2E0-7A95F87567C2}" dt="2025-09-12T10:37:52.568" v="0" actId="22"/>
        <pc:sldMkLst>
          <pc:docMk/>
          <pc:sldMk cId="1739857644" sldId="265"/>
        </pc:sldMkLst>
        <pc:picChg chg="add">
          <ac:chgData name="Andy Larkman" userId="2da26f2e4321c6c2" providerId="LiveId" clId="{011D6294-EEDB-4A63-B2E0-7A95F87567C2}" dt="2025-09-12T10:37:52.568" v="0" actId="22"/>
          <ac:picMkLst>
            <pc:docMk/>
            <pc:sldMk cId="1739857644" sldId="265"/>
            <ac:picMk id="3" creationId="{8E17ABA5-EB81-1B76-65F5-5771C5359A11}"/>
          </ac:picMkLst>
        </pc:picChg>
      </pc:sldChg>
      <pc:sldChg chg="addSp mod">
        <pc:chgData name="Andy Larkman" userId="2da26f2e4321c6c2" providerId="LiveId" clId="{011D6294-EEDB-4A63-B2E0-7A95F87567C2}" dt="2025-09-12T10:38:10.098" v="1" actId="22"/>
        <pc:sldMkLst>
          <pc:docMk/>
          <pc:sldMk cId="4049805621" sldId="266"/>
        </pc:sldMkLst>
        <pc:picChg chg="add">
          <ac:chgData name="Andy Larkman" userId="2da26f2e4321c6c2" providerId="LiveId" clId="{011D6294-EEDB-4A63-B2E0-7A95F87567C2}" dt="2025-09-12T10:38:10.098" v="1" actId="22"/>
          <ac:picMkLst>
            <pc:docMk/>
            <pc:sldMk cId="4049805621" sldId="266"/>
            <ac:picMk id="3" creationId="{FBC7FE6D-CDAB-1AF2-7FB2-5B1392861C3B}"/>
          </ac:picMkLst>
        </pc:picChg>
      </pc:sldChg>
    </pc:docChg>
  </pc:docChgLst>
  <pc:docChgLst>
    <pc:chgData name="Andy Larkman" userId="2da26f2e4321c6c2" providerId="LiveId" clId="{B71A7C82-798A-48DC-9B06-FCEE167E4A24}"/>
    <pc:docChg chg="custSel addSld delSld modSld sldOrd">
      <pc:chgData name="Andy Larkman" userId="2da26f2e4321c6c2" providerId="LiveId" clId="{B71A7C82-798A-48DC-9B06-FCEE167E4A24}" dt="2025-08-21T21:57:39.428" v="64" actId="22"/>
      <pc:docMkLst>
        <pc:docMk/>
      </pc:docMkLst>
      <pc:sldChg chg="addSp mod">
        <pc:chgData name="Andy Larkman" userId="2da26f2e4321c6c2" providerId="LiveId" clId="{B71A7C82-798A-48DC-9B06-FCEE167E4A24}" dt="2025-08-21T08:37:32.906" v="0" actId="22"/>
        <pc:sldMkLst>
          <pc:docMk/>
          <pc:sldMk cId="556942426" sldId="260"/>
        </pc:sldMkLst>
        <pc:picChg chg="add">
          <ac:chgData name="Andy Larkman" userId="2da26f2e4321c6c2" providerId="LiveId" clId="{B71A7C82-798A-48DC-9B06-FCEE167E4A24}" dt="2025-08-21T08:37:32.906" v="0" actId="22"/>
          <ac:picMkLst>
            <pc:docMk/>
            <pc:sldMk cId="556942426" sldId="260"/>
            <ac:picMk id="3" creationId="{CA1E03BC-08FE-31EA-5D4D-0E59C916A405}"/>
          </ac:picMkLst>
        </pc:picChg>
      </pc:sldChg>
      <pc:sldChg chg="addSp delSp modSp del mod">
        <pc:chgData name="Andy Larkman" userId="2da26f2e4321c6c2" providerId="LiveId" clId="{B71A7C82-798A-48DC-9B06-FCEE167E4A24}" dt="2025-08-21T21:19:30.191" v="58" actId="47"/>
        <pc:sldMkLst>
          <pc:docMk/>
          <pc:sldMk cId="1082248428" sldId="261"/>
        </pc:sldMkLst>
      </pc:sldChg>
      <pc:sldChg chg="addSp mod">
        <pc:chgData name="Andy Larkman" userId="2da26f2e4321c6c2" providerId="LiveId" clId="{B71A7C82-798A-48DC-9B06-FCEE167E4A24}" dt="2025-08-21T09:01:21.602" v="57" actId="22"/>
        <pc:sldMkLst>
          <pc:docMk/>
          <pc:sldMk cId="4134498953" sldId="262"/>
        </pc:sldMkLst>
        <pc:picChg chg="add">
          <ac:chgData name="Andy Larkman" userId="2da26f2e4321c6c2" providerId="LiveId" clId="{B71A7C82-798A-48DC-9B06-FCEE167E4A24}" dt="2025-08-21T09:01:21.602" v="57" actId="22"/>
          <ac:picMkLst>
            <pc:docMk/>
            <pc:sldMk cId="4134498953" sldId="262"/>
            <ac:picMk id="3" creationId="{5BD3CFED-F21A-6217-629A-69CD13B0D64D}"/>
          </ac:picMkLst>
        </pc:picChg>
      </pc:sldChg>
      <pc:sldChg chg="addSp modSp mod ord">
        <pc:chgData name="Andy Larkman" userId="2da26f2e4321c6c2" providerId="LiveId" clId="{B71A7C82-798A-48DC-9B06-FCEE167E4A24}" dt="2025-08-21T21:20:17.855" v="63"/>
        <pc:sldMkLst>
          <pc:docMk/>
          <pc:sldMk cId="1306477680" sldId="263"/>
        </pc:sldMkLst>
        <pc:picChg chg="add mod">
          <ac:chgData name="Andy Larkman" userId="2da26f2e4321c6c2" providerId="LiveId" clId="{B71A7C82-798A-48DC-9B06-FCEE167E4A24}" dt="2025-08-21T21:20:15.083" v="61" actId="14100"/>
          <ac:picMkLst>
            <pc:docMk/>
            <pc:sldMk cId="1306477680" sldId="263"/>
            <ac:picMk id="3" creationId="{7B0EEBC9-9BD7-352B-9A2B-D455C9CDFA58}"/>
          </ac:picMkLst>
        </pc:picChg>
      </pc:sldChg>
      <pc:sldChg chg="addSp mod">
        <pc:chgData name="Andy Larkman" userId="2da26f2e4321c6c2" providerId="LiveId" clId="{B71A7C82-798A-48DC-9B06-FCEE167E4A24}" dt="2025-08-21T21:57:39.428" v="64" actId="22"/>
        <pc:sldMkLst>
          <pc:docMk/>
          <pc:sldMk cId="464445035" sldId="264"/>
        </pc:sldMkLst>
        <pc:picChg chg="add">
          <ac:chgData name="Andy Larkman" userId="2da26f2e4321c6c2" providerId="LiveId" clId="{B71A7C82-798A-48DC-9B06-FCEE167E4A24}" dt="2025-08-21T21:57:39.428" v="64" actId="22"/>
          <ac:picMkLst>
            <pc:docMk/>
            <pc:sldMk cId="464445035" sldId="264"/>
            <ac:picMk id="3" creationId="{749D5594-346D-9DC9-929D-674AE3738D8D}"/>
          </ac:picMkLst>
        </pc:picChg>
      </pc:sldChg>
      <pc:sldChg chg="add del">
        <pc:chgData name="Andy Larkman" userId="2da26f2e4321c6c2" providerId="LiveId" clId="{B71A7C82-798A-48DC-9B06-FCEE167E4A24}" dt="2025-08-21T09:01:18.606" v="56" actId="47"/>
        <pc:sldMkLst>
          <pc:docMk/>
          <pc:sldMk cId="2706599228" sldId="282"/>
        </pc:sldMkLst>
      </pc:sldChg>
    </pc:docChg>
  </pc:docChgLst>
  <pc:docChgLst>
    <pc:chgData name="Andy Larkman" userId="2da26f2e4321c6c2" providerId="LiveId" clId="{AE5B54F1-C8F5-448A-ADA0-38ECB62D068A}"/>
    <pc:docChg chg="addSld modSld">
      <pc:chgData name="Andy Larkman" userId="2da26f2e4321c6c2" providerId="LiveId" clId="{AE5B54F1-C8F5-448A-ADA0-38ECB62D068A}" dt="2025-06-12T08:02:17.164" v="1" actId="22"/>
      <pc:docMkLst>
        <pc:docMk/>
      </pc:docMkLst>
      <pc:sldChg chg="addSp new mod">
        <pc:chgData name="Andy Larkman" userId="2da26f2e4321c6c2" providerId="LiveId" clId="{AE5B54F1-C8F5-448A-ADA0-38ECB62D068A}" dt="2025-06-12T08:02:17.164" v="1" actId="22"/>
        <pc:sldMkLst>
          <pc:docMk/>
          <pc:sldMk cId="2385937515" sldId="256"/>
        </pc:sldMkLst>
      </pc:sldChg>
    </pc:docChg>
  </pc:docChgLst>
  <pc:docChgLst>
    <pc:chgData name="Andy Larkman" userId="2da26f2e4321c6c2" providerId="LiveId" clId="{DD57E241-0078-4AE8-9E57-FF82578EE339}"/>
    <pc:docChg chg="custSel addSld delSld modSld sldOrd">
      <pc:chgData name="Andy Larkman" userId="2da26f2e4321c6c2" providerId="LiveId" clId="{DD57E241-0078-4AE8-9E57-FF82578EE339}" dt="2025-06-24T16:02:24.834" v="45" actId="22"/>
      <pc:docMkLst>
        <pc:docMk/>
      </pc:docMkLst>
      <pc:sldChg chg="addSp delSp new mod">
        <pc:chgData name="Andy Larkman" userId="2da26f2e4321c6c2" providerId="LiveId" clId="{DD57E241-0078-4AE8-9E57-FF82578EE339}" dt="2025-06-24T07:06:25.636" v="43" actId="22"/>
        <pc:sldMkLst>
          <pc:docMk/>
          <pc:sldMk cId="1990949740" sldId="256"/>
        </pc:sldMkLst>
      </pc:sldChg>
      <pc:sldChg chg="del">
        <pc:chgData name="Andy Larkman" userId="2da26f2e4321c6c2" providerId="LiveId" clId="{DD57E241-0078-4AE8-9E57-FF82578EE339}" dt="2025-06-12T16:04:43.852" v="0" actId="47"/>
        <pc:sldMkLst>
          <pc:docMk/>
          <pc:sldMk cId="2385937515" sldId="256"/>
        </pc:sldMkLst>
      </pc:sldChg>
      <pc:sldChg chg="addSp delSp add mod">
        <pc:chgData name="Andy Larkman" userId="2da26f2e4321c6c2" providerId="LiveId" clId="{DD57E241-0078-4AE8-9E57-FF82578EE339}" dt="2025-06-24T07:06:45.322" v="44" actId="22"/>
        <pc:sldMkLst>
          <pc:docMk/>
          <pc:sldMk cId="277392067" sldId="257"/>
        </pc:sldMkLst>
      </pc:sldChg>
      <pc:sldChg chg="addSp delSp add mod">
        <pc:chgData name="Andy Larkman" userId="2da26f2e4321c6c2" providerId="LiveId" clId="{DD57E241-0078-4AE8-9E57-FF82578EE339}" dt="2025-06-24T16:02:24.834" v="45" actId="22"/>
        <pc:sldMkLst>
          <pc:docMk/>
          <pc:sldMk cId="3766907185" sldId="258"/>
        </pc:sldMkLst>
      </pc:sldChg>
      <pc:sldChg chg="addSp modSp add mod">
        <pc:chgData name="Andy Larkman" userId="2da26f2e4321c6c2" providerId="LiveId" clId="{DD57E241-0078-4AE8-9E57-FF82578EE339}" dt="2025-06-12T16:07:23.782" v="37" actId="14100"/>
        <pc:sldMkLst>
          <pc:docMk/>
          <pc:sldMk cId="404469307" sldId="259"/>
        </pc:sldMkLst>
      </pc:sldChg>
      <pc:sldChg chg="add">
        <pc:chgData name="Andy Larkman" userId="2da26f2e4321c6c2" providerId="LiveId" clId="{DD57E241-0078-4AE8-9E57-FF82578EE339}" dt="2025-06-12T16:04:55.261" v="7"/>
        <pc:sldMkLst>
          <pc:docMk/>
          <pc:sldMk cId="556942426" sldId="260"/>
        </pc:sldMkLst>
      </pc:sldChg>
      <pc:sldChg chg="add">
        <pc:chgData name="Andy Larkman" userId="2da26f2e4321c6c2" providerId="LiveId" clId="{DD57E241-0078-4AE8-9E57-FF82578EE339}" dt="2025-06-12T16:04:55.293" v="8"/>
        <pc:sldMkLst>
          <pc:docMk/>
          <pc:sldMk cId="1082248428" sldId="261"/>
        </pc:sldMkLst>
      </pc:sldChg>
      <pc:sldChg chg="add">
        <pc:chgData name="Andy Larkman" userId="2da26f2e4321c6c2" providerId="LiveId" clId="{DD57E241-0078-4AE8-9E57-FF82578EE339}" dt="2025-06-12T16:04:55.326" v="9"/>
        <pc:sldMkLst>
          <pc:docMk/>
          <pc:sldMk cId="4134498953" sldId="262"/>
        </pc:sldMkLst>
      </pc:sldChg>
      <pc:sldChg chg="add">
        <pc:chgData name="Andy Larkman" userId="2da26f2e4321c6c2" providerId="LiveId" clId="{DD57E241-0078-4AE8-9E57-FF82578EE339}" dt="2025-06-12T16:04:55.359" v="10"/>
        <pc:sldMkLst>
          <pc:docMk/>
          <pc:sldMk cId="1306477680" sldId="263"/>
        </pc:sldMkLst>
      </pc:sldChg>
      <pc:sldChg chg="add">
        <pc:chgData name="Andy Larkman" userId="2da26f2e4321c6c2" providerId="LiveId" clId="{DD57E241-0078-4AE8-9E57-FF82578EE339}" dt="2025-06-12T16:04:55.387" v="11"/>
        <pc:sldMkLst>
          <pc:docMk/>
          <pc:sldMk cId="464445035" sldId="264"/>
        </pc:sldMkLst>
      </pc:sldChg>
      <pc:sldChg chg="add">
        <pc:chgData name="Andy Larkman" userId="2da26f2e4321c6c2" providerId="LiveId" clId="{DD57E241-0078-4AE8-9E57-FF82578EE339}" dt="2025-06-12T16:04:55.415" v="12"/>
        <pc:sldMkLst>
          <pc:docMk/>
          <pc:sldMk cId="1739857644" sldId="265"/>
        </pc:sldMkLst>
      </pc:sldChg>
      <pc:sldChg chg="add">
        <pc:chgData name="Andy Larkman" userId="2da26f2e4321c6c2" providerId="LiveId" clId="{DD57E241-0078-4AE8-9E57-FF82578EE339}" dt="2025-06-12T16:04:55.449" v="13"/>
        <pc:sldMkLst>
          <pc:docMk/>
          <pc:sldMk cId="4049805621" sldId="266"/>
        </pc:sldMkLst>
      </pc:sldChg>
      <pc:sldChg chg="add">
        <pc:chgData name="Andy Larkman" userId="2da26f2e4321c6c2" providerId="LiveId" clId="{DD57E241-0078-4AE8-9E57-FF82578EE339}" dt="2025-06-12T16:04:55.478" v="14"/>
        <pc:sldMkLst>
          <pc:docMk/>
          <pc:sldMk cId="570729223" sldId="267"/>
        </pc:sldMkLst>
      </pc:sldChg>
      <pc:sldChg chg="add">
        <pc:chgData name="Andy Larkman" userId="2da26f2e4321c6c2" providerId="LiveId" clId="{DD57E241-0078-4AE8-9E57-FF82578EE339}" dt="2025-06-12T16:04:55.507" v="15"/>
        <pc:sldMkLst>
          <pc:docMk/>
          <pc:sldMk cId="3344888485" sldId="268"/>
        </pc:sldMkLst>
      </pc:sldChg>
      <pc:sldChg chg="add">
        <pc:chgData name="Andy Larkman" userId="2da26f2e4321c6c2" providerId="LiveId" clId="{DD57E241-0078-4AE8-9E57-FF82578EE339}" dt="2025-06-12T16:04:55.540" v="16"/>
        <pc:sldMkLst>
          <pc:docMk/>
          <pc:sldMk cId="817053988" sldId="269"/>
        </pc:sldMkLst>
      </pc:sldChg>
      <pc:sldChg chg="add">
        <pc:chgData name="Andy Larkman" userId="2da26f2e4321c6c2" providerId="LiveId" clId="{DD57E241-0078-4AE8-9E57-FF82578EE339}" dt="2025-06-12T16:04:55.573" v="17"/>
        <pc:sldMkLst>
          <pc:docMk/>
          <pc:sldMk cId="1248257113" sldId="270"/>
        </pc:sldMkLst>
      </pc:sldChg>
      <pc:sldChg chg="add">
        <pc:chgData name="Andy Larkman" userId="2da26f2e4321c6c2" providerId="LiveId" clId="{DD57E241-0078-4AE8-9E57-FF82578EE339}" dt="2025-06-12T16:04:55.599" v="18"/>
        <pc:sldMkLst>
          <pc:docMk/>
          <pc:sldMk cId="721931620" sldId="271"/>
        </pc:sldMkLst>
      </pc:sldChg>
      <pc:sldChg chg="add">
        <pc:chgData name="Andy Larkman" userId="2da26f2e4321c6c2" providerId="LiveId" clId="{DD57E241-0078-4AE8-9E57-FF82578EE339}" dt="2025-06-12T16:04:55.634" v="19"/>
        <pc:sldMkLst>
          <pc:docMk/>
          <pc:sldMk cId="1888056661" sldId="272"/>
        </pc:sldMkLst>
      </pc:sldChg>
      <pc:sldChg chg="add">
        <pc:chgData name="Andy Larkman" userId="2da26f2e4321c6c2" providerId="LiveId" clId="{DD57E241-0078-4AE8-9E57-FF82578EE339}" dt="2025-06-12T16:04:55.665" v="20"/>
        <pc:sldMkLst>
          <pc:docMk/>
          <pc:sldMk cId="1796743994" sldId="273"/>
        </pc:sldMkLst>
      </pc:sldChg>
      <pc:sldChg chg="add">
        <pc:chgData name="Andy Larkman" userId="2da26f2e4321c6c2" providerId="LiveId" clId="{DD57E241-0078-4AE8-9E57-FF82578EE339}" dt="2025-06-12T16:04:55.694" v="21"/>
        <pc:sldMkLst>
          <pc:docMk/>
          <pc:sldMk cId="3309312321" sldId="274"/>
        </pc:sldMkLst>
      </pc:sldChg>
      <pc:sldChg chg="add">
        <pc:chgData name="Andy Larkman" userId="2da26f2e4321c6c2" providerId="LiveId" clId="{DD57E241-0078-4AE8-9E57-FF82578EE339}" dt="2025-06-12T16:04:55.729" v="22"/>
        <pc:sldMkLst>
          <pc:docMk/>
          <pc:sldMk cId="3636825823" sldId="275"/>
        </pc:sldMkLst>
      </pc:sldChg>
      <pc:sldChg chg="add">
        <pc:chgData name="Andy Larkman" userId="2da26f2e4321c6c2" providerId="LiveId" clId="{DD57E241-0078-4AE8-9E57-FF82578EE339}" dt="2025-06-12T16:04:55.757" v="23"/>
        <pc:sldMkLst>
          <pc:docMk/>
          <pc:sldMk cId="1765660521" sldId="276"/>
        </pc:sldMkLst>
      </pc:sldChg>
      <pc:sldChg chg="add">
        <pc:chgData name="Andy Larkman" userId="2da26f2e4321c6c2" providerId="LiveId" clId="{DD57E241-0078-4AE8-9E57-FF82578EE339}" dt="2025-06-12T16:04:55.793" v="24"/>
        <pc:sldMkLst>
          <pc:docMk/>
          <pc:sldMk cId="2506171242" sldId="277"/>
        </pc:sldMkLst>
      </pc:sldChg>
      <pc:sldChg chg="add">
        <pc:chgData name="Andy Larkman" userId="2da26f2e4321c6c2" providerId="LiveId" clId="{DD57E241-0078-4AE8-9E57-FF82578EE339}" dt="2025-06-12T16:04:55.817" v="25"/>
        <pc:sldMkLst>
          <pc:docMk/>
          <pc:sldMk cId="2183014921" sldId="278"/>
        </pc:sldMkLst>
      </pc:sldChg>
      <pc:sldChg chg="add">
        <pc:chgData name="Andy Larkman" userId="2da26f2e4321c6c2" providerId="LiveId" clId="{DD57E241-0078-4AE8-9E57-FF82578EE339}" dt="2025-06-12T16:04:55.852" v="26"/>
        <pc:sldMkLst>
          <pc:docMk/>
          <pc:sldMk cId="1654607364" sldId="279"/>
        </pc:sldMkLst>
      </pc:sldChg>
      <pc:sldChg chg="add">
        <pc:chgData name="Andy Larkman" userId="2da26f2e4321c6c2" providerId="LiveId" clId="{DD57E241-0078-4AE8-9E57-FF82578EE339}" dt="2025-06-12T16:04:55.880" v="27"/>
        <pc:sldMkLst>
          <pc:docMk/>
          <pc:sldMk cId="1087879137" sldId="280"/>
        </pc:sldMkLst>
      </pc:sldChg>
      <pc:sldChg chg="addSp delSp add mod ord">
        <pc:chgData name="Andy Larkman" userId="2da26f2e4321c6c2" providerId="LiveId" clId="{DD57E241-0078-4AE8-9E57-FF82578EE339}" dt="2025-06-24T07:06:05.296" v="42" actId="22"/>
        <pc:sldMkLst>
          <pc:docMk/>
          <pc:sldMk cId="3823361715" sldId="281"/>
        </pc:sldMkLst>
      </pc:sldChg>
    </pc:docChg>
  </pc:docChgLst>
  <pc:docChgLst>
    <pc:chgData name="Andy Larkman" userId="2da26f2e4321c6c2" providerId="LiveId" clId="{B504A635-07DA-4D69-9267-7A1876988564}"/>
    <pc:docChg chg="modSld">
      <pc:chgData name="Andy Larkman" userId="2da26f2e4321c6c2" providerId="LiveId" clId="{B504A635-07DA-4D69-9267-7A1876988564}" dt="2025-09-15T13:08:21.432" v="2" actId="22"/>
      <pc:docMkLst>
        <pc:docMk/>
      </pc:docMkLst>
      <pc:sldChg chg="addSp mod">
        <pc:chgData name="Andy Larkman" userId="2da26f2e4321c6c2" providerId="LiveId" clId="{B504A635-07DA-4D69-9267-7A1876988564}" dt="2025-09-14T21:52:35.092" v="0" actId="22"/>
        <pc:sldMkLst>
          <pc:docMk/>
          <pc:sldMk cId="570729223" sldId="267"/>
        </pc:sldMkLst>
        <pc:picChg chg="add">
          <ac:chgData name="Andy Larkman" userId="2da26f2e4321c6c2" providerId="LiveId" clId="{B504A635-07DA-4D69-9267-7A1876988564}" dt="2025-09-14T21:52:35.092" v="0" actId="22"/>
          <ac:picMkLst>
            <pc:docMk/>
            <pc:sldMk cId="570729223" sldId="267"/>
            <ac:picMk id="3" creationId="{AA875420-386E-EEDB-2089-B828F78913D9}"/>
          </ac:picMkLst>
        </pc:picChg>
      </pc:sldChg>
      <pc:sldChg chg="addSp mod">
        <pc:chgData name="Andy Larkman" userId="2da26f2e4321c6c2" providerId="LiveId" clId="{B504A635-07DA-4D69-9267-7A1876988564}" dt="2025-09-14T21:54:42.183" v="1" actId="22"/>
        <pc:sldMkLst>
          <pc:docMk/>
          <pc:sldMk cId="3344888485" sldId="268"/>
        </pc:sldMkLst>
        <pc:picChg chg="add">
          <ac:chgData name="Andy Larkman" userId="2da26f2e4321c6c2" providerId="LiveId" clId="{B504A635-07DA-4D69-9267-7A1876988564}" dt="2025-09-14T21:54:42.183" v="1" actId="22"/>
          <ac:picMkLst>
            <pc:docMk/>
            <pc:sldMk cId="3344888485" sldId="268"/>
            <ac:picMk id="3" creationId="{64C3F6AF-CD92-8BEC-7C92-B4C2726C7DC6}"/>
          </ac:picMkLst>
        </pc:picChg>
      </pc:sldChg>
      <pc:sldChg chg="addSp mod">
        <pc:chgData name="Andy Larkman" userId="2da26f2e4321c6c2" providerId="LiveId" clId="{B504A635-07DA-4D69-9267-7A1876988564}" dt="2025-09-15T13:08:21.432" v="2" actId="22"/>
        <pc:sldMkLst>
          <pc:docMk/>
          <pc:sldMk cId="817053988" sldId="269"/>
        </pc:sldMkLst>
        <pc:picChg chg="add">
          <ac:chgData name="Andy Larkman" userId="2da26f2e4321c6c2" providerId="LiveId" clId="{B504A635-07DA-4D69-9267-7A1876988564}" dt="2025-09-15T13:08:21.432" v="2" actId="22"/>
          <ac:picMkLst>
            <pc:docMk/>
            <pc:sldMk cId="817053988" sldId="269"/>
            <ac:picMk id="3" creationId="{62709E59-5EC8-EAAD-CF94-B261DBD1D925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3CD6E-829D-483D-088A-C2B9D959E6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0B7680-6DF4-53D1-498F-AC2E047DE3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4953AF-64D0-46CE-C646-E00AE61D7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271C14-2F85-3729-DF77-19FAFB74C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0D155-39E6-E47B-7BFC-1677A9C18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8588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56E1C-F57D-941B-D984-33F30B63F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61CA80-484A-11B2-2502-4BB5FDDD72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6F33FB-F588-A8EA-5D53-8E7B80A8F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2D12C-AC96-0B46-0F05-1ED88FBED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8DDD4-EB2C-83F9-93B3-50908DC21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9460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1C5CC-5ABE-08A6-F43D-F94CD4907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0B3352-8048-CABA-96BC-48F0E97FF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E996FE-3A4A-3F87-8E4F-A69642BCB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09BCD8-A6D2-AB59-6B81-F4D8608098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59EFB7-0942-CC1A-5538-752EB7A96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74787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63F26-41E0-DAFA-00F9-46BB8319D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53428-F7C2-E850-9533-2594A3B5A1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04809E-06B3-07F8-8132-E6A400535F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8F2FA5-1A11-7997-78E6-FF6DE0079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55642C-3F9C-5303-6A63-30A2DAAC9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C5F841-C4EF-C8C1-F113-13C275402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45197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115FC-E9E8-5F42-7A0C-3BD4D4F83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8C12B3-49C1-622B-C33C-29AC8BC060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6B01C5-E0B6-9AB7-3A23-7F658345C3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543F7E-2CE6-2224-8F4A-A9A6C5BEBB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0D9E55-87F0-2488-12C6-D5B029335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9BB080-85C5-F12F-4002-E80976B42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FA10878-BB07-9005-8BA8-539450DE7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6F04B1-3B73-108A-0A17-DFC8203C9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9855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85CF2-8B69-7223-5187-A53D99AFF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1A7093-33B0-A8BE-D3A0-7870274C5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768FDD-FD3F-9275-13C8-689059847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F7B9F5-5D3F-6FAF-80C6-F68B108B1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4875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F5E3CA-DB3F-D0B0-CDC2-8F46731E5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9F6E99-0F87-157B-3530-745A8BF12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1EE5A6-2EE4-4BD1-C30A-222117647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6577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8F7BB-D32B-55D5-FD3F-45B604066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F8C589-E6E8-4CB3-A7DE-AE59E1DCA1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23BFA5-BE7F-1161-DEB9-A446955DDD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8B0C1E-FC03-5B3F-1FDA-EF2EB8EAB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D8591-B8B8-CCCD-3645-1D4548DAE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034B8F-F836-7D2B-C604-EFFAB027E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61669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1228C-B17B-787E-3412-CFFAC50C5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953573-8EB4-2267-3D6D-B94669A94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2BDF81-DEC4-7AF4-DB27-0171DF8262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D23C38-932E-26D1-8A36-4D6B1C534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8A60A-3732-A0EF-295C-5520614EE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7C6093-44BC-CED1-D43D-46DB2D89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04174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E92CA-BAEB-B4DE-EA7A-08CA4831F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D11A3E-4E47-B3EE-6768-8DCB253E57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DA2142-C8B3-6D7E-676D-F46C0BE1D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51886C-2F37-CD26-14E1-D106D171B1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F50046-C8DD-942B-A555-A92630399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92782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A9093EE-74FE-3A5F-77A6-D19056D24B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48CDCD-B0A1-534B-2BCE-65731207EA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23AE5E-187A-615B-23C6-948E99397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61D982-FCED-6715-9BC1-203B8660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134668-16FB-67AB-4ADD-BBEEBCD03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7262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3FE7E7-1E23-403D-1806-3C882B0651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080AF5-A9F4-F1BC-0083-1C3C5AB8EC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0ECEA6-730C-A724-9775-F1483BC21C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FA135A-769C-438D-9AC0-5CFB87EA78F4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B44D4F-EF02-5095-F917-913D966E81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E6684-A2DB-814F-B78A-523FA4FF73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7658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0D80A-F082-C172-99E7-C57F8A659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712970B-5548-E8DC-CCB0-9682675978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538" y="0"/>
            <a:ext cx="1075092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361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7B04681-6998-32D7-901D-15E25B185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595" y="0"/>
            <a:ext cx="107068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949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C0AA2-7E56-A0AB-4A2F-6B8D015C4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7054FC2-341F-695C-3769-53718D087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985" y="0"/>
            <a:ext cx="1072402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920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8EF18-5EE9-1666-EDF0-451DC1D92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A1845B7-7B99-D7EF-F713-A5B6BA0C0F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468" y="1571366"/>
            <a:ext cx="7621064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9071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7A2FCA-296C-5270-4B1F-7EF933B6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696BF58-D29B-E543-E841-7F2902428A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914" y="522515"/>
            <a:ext cx="10503875" cy="5908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693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76C24-9BC5-4CB3-069E-56CB8E6B6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A1E03BC-08FE-31EA-5D4D-0E59C916A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413" y="332943"/>
            <a:ext cx="11279174" cy="6192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942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BA4EC-FC90-DF59-9EC4-7381279D0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B0EEBC9-9BD7-352B-9A2B-D455C9CDFA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29" y="0"/>
            <a:ext cx="1187274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4776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0B11F-F72C-1BCE-F470-513FAA510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D3CFED-F21A-6217-629A-69CD13B0D6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3020" y="318653"/>
            <a:ext cx="8125959" cy="6220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4989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ECDEA-C2EB-BFB7-4799-4A94C655B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9D5594-346D-9DC9-929D-674AE3738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731" y="199574"/>
            <a:ext cx="8154538" cy="6458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4450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B6802-036F-030E-740F-1782BABD3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E17ABA5-EB81-1B76-65F5-5771C5359A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500" y="0"/>
            <a:ext cx="8001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8576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4B83F-ABE3-D87F-3831-357223EC0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C7FE6D-CDAB-1AF2-7FB2-5B1392861C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993" y="175758"/>
            <a:ext cx="9774014" cy="6506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8056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9A772-8D7C-93D4-F80B-C93C9DCFE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A875420-386E-EEDB-2089-B828F78913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7991" y="0"/>
            <a:ext cx="81360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729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ADFCA-4A9A-8AFD-427E-752BD5F86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4C3F6AF-CD92-8BEC-7C92-B4C2726C7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7906" y="0"/>
            <a:ext cx="80361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48884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DDD84-3261-1293-6A06-26BC419EF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2709E59-5EC8-EAAD-CF94-B261DBD1D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3104" y="0"/>
            <a:ext cx="710579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0539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F221C-1FED-A921-993F-77037A53D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EC7B36-46D0-C5E5-AA96-52026EF195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9973" y="0"/>
            <a:ext cx="67720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68258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5B63E-D1E7-6FB0-DFF0-3100975F2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E302A51-9E45-5C11-9524-FA534C363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7030" y="0"/>
            <a:ext cx="67720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6605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47725F-C6B9-8228-27E7-D5BAF4EA9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8DB19D3-1A4C-980A-2BB3-2C4FBD7F8A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325" y="125632"/>
            <a:ext cx="5477639" cy="3143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1712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FCC62-FBCC-DD0A-CB40-7E49FADA3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30149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6C2EB-4AFF-4343-8AF7-CDF83BE38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46073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82B63-1066-4A2B-CA65-590CCEAEC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7879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Andy Larkman</dc:creator>
  <cp:lastModifiedBy>Andy Larkman</cp:lastModifiedBy>
  <cp:revision>5</cp:revision>
  <dcterms:created xsi:type="dcterms:W3CDTF">2025-06-12T08:02:11Z</dcterms:created>
  <dcterms:modified xsi:type="dcterms:W3CDTF">2025-11-26T19:22:47Z</dcterms:modified>
</cp:coreProperties>
</file>