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1F_3D215D5D.xml" ContentType="application/vnd.ms-powerpoint.comments+xml"/>
  <Override PartName="/ppt/notesSlides/notesSlide4.xml" ContentType="application/vnd.openxmlformats-officedocument.presentationml.notesSlide+xml"/>
  <Override PartName="/ppt/comments/modernComment_121_9949DE38.xml" ContentType="application/vnd.ms-powerpoint.comments+xml"/>
  <Override PartName="/ppt/notesSlides/notesSlide5.xml" ContentType="application/vnd.openxmlformats-officedocument.presentationml.notesSlide+xml"/>
  <Override PartName="/ppt/comments/modernComment_11A_A2FC8DCA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18_40D7B7E1.xml" ContentType="application/vnd.ms-powerpoint.comment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1" r:id="rId2"/>
    <p:sldId id="256" r:id="rId3"/>
    <p:sldId id="257" r:id="rId4"/>
    <p:sldId id="278" r:id="rId5"/>
    <p:sldId id="279" r:id="rId6"/>
    <p:sldId id="286" r:id="rId7"/>
    <p:sldId id="292" r:id="rId8"/>
    <p:sldId id="287" r:id="rId9"/>
    <p:sldId id="289" r:id="rId10"/>
    <p:sldId id="282" r:id="rId11"/>
    <p:sldId id="290" r:id="rId12"/>
    <p:sldId id="296" r:id="rId13"/>
    <p:sldId id="288" r:id="rId14"/>
    <p:sldId id="291" r:id="rId15"/>
    <p:sldId id="293" r:id="rId16"/>
    <p:sldId id="283" r:id="rId17"/>
    <p:sldId id="280" r:id="rId18"/>
    <p:sldId id="295" r:id="rId19"/>
    <p:sldId id="29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395208A-B1A0-5A35-9D84-456F68CCFAA9}" name="Andy Larkman" initials="AL" userId="2da26f2e4321c6c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2C0"/>
    <a:srgbClr val="66FF33"/>
    <a:srgbClr val="156082"/>
    <a:srgbClr val="CC00C2"/>
    <a:srgbClr val="252525"/>
    <a:srgbClr val="2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y Larkman" userId="2da26f2e4321c6c2" providerId="LiveId" clId="{011D6294-EEDB-4A63-B2E0-7A95F87567C2}"/>
    <pc:docChg chg="modSld">
      <pc:chgData name="Andy Larkman" userId="2da26f2e4321c6c2" providerId="LiveId" clId="{011D6294-EEDB-4A63-B2E0-7A95F87567C2}" dt="2025-09-12T10:38:10.098" v="1" actId="22"/>
      <pc:docMkLst>
        <pc:docMk/>
      </pc:docMkLst>
      <pc:sldChg chg="addSp mod">
        <pc:chgData name="Andy Larkman" userId="2da26f2e4321c6c2" providerId="LiveId" clId="{011D6294-EEDB-4A63-B2E0-7A95F87567C2}" dt="2025-09-12T10:37:52.568" v="0" actId="22"/>
        <pc:sldMkLst>
          <pc:docMk/>
          <pc:sldMk cId="1739857644" sldId="265"/>
        </pc:sldMkLst>
        <pc:picChg chg="add">
          <ac:chgData name="Andy Larkman" userId="2da26f2e4321c6c2" providerId="LiveId" clId="{011D6294-EEDB-4A63-B2E0-7A95F87567C2}" dt="2025-09-12T10:37:52.568" v="0" actId="22"/>
          <ac:picMkLst>
            <pc:docMk/>
            <pc:sldMk cId="1739857644" sldId="265"/>
            <ac:picMk id="3" creationId="{8E17ABA5-EB81-1B76-65F5-5771C5359A11}"/>
          </ac:picMkLst>
        </pc:picChg>
      </pc:sldChg>
      <pc:sldChg chg="addSp mod">
        <pc:chgData name="Andy Larkman" userId="2da26f2e4321c6c2" providerId="LiveId" clId="{011D6294-EEDB-4A63-B2E0-7A95F87567C2}" dt="2025-09-12T10:38:10.098" v="1" actId="22"/>
        <pc:sldMkLst>
          <pc:docMk/>
          <pc:sldMk cId="4049805621" sldId="266"/>
        </pc:sldMkLst>
        <pc:picChg chg="add">
          <ac:chgData name="Andy Larkman" userId="2da26f2e4321c6c2" providerId="LiveId" clId="{011D6294-EEDB-4A63-B2E0-7A95F87567C2}" dt="2025-09-12T10:38:10.098" v="1" actId="22"/>
          <ac:picMkLst>
            <pc:docMk/>
            <pc:sldMk cId="4049805621" sldId="266"/>
            <ac:picMk id="3" creationId="{FBC7FE6D-CDAB-1AF2-7FB2-5B1392861C3B}"/>
          </ac:picMkLst>
        </pc:picChg>
      </pc:sldChg>
    </pc:docChg>
  </pc:docChgLst>
  <pc:docChgLst>
    <pc:chgData name="Andy Larkman" userId="2da26f2e4321c6c2" providerId="LiveId" clId="{B71A7C82-798A-48DC-9B06-FCEE167E4A24}"/>
    <pc:docChg chg="custSel addSld delSld modSld sldOrd">
      <pc:chgData name="Andy Larkman" userId="2da26f2e4321c6c2" providerId="LiveId" clId="{B71A7C82-798A-48DC-9B06-FCEE167E4A24}" dt="2025-08-21T21:57:39.428" v="64" actId="22"/>
      <pc:docMkLst>
        <pc:docMk/>
      </pc:docMkLst>
      <pc:sldChg chg="addSp mod">
        <pc:chgData name="Andy Larkman" userId="2da26f2e4321c6c2" providerId="LiveId" clId="{B71A7C82-798A-48DC-9B06-FCEE167E4A24}" dt="2025-08-21T08:37:32.906" v="0" actId="22"/>
        <pc:sldMkLst>
          <pc:docMk/>
          <pc:sldMk cId="556942426" sldId="260"/>
        </pc:sldMkLst>
        <pc:picChg chg="add">
          <ac:chgData name="Andy Larkman" userId="2da26f2e4321c6c2" providerId="LiveId" clId="{B71A7C82-798A-48DC-9B06-FCEE167E4A24}" dt="2025-08-21T08:37:32.906" v="0" actId="22"/>
          <ac:picMkLst>
            <pc:docMk/>
            <pc:sldMk cId="556942426" sldId="260"/>
            <ac:picMk id="3" creationId="{CA1E03BC-08FE-31EA-5D4D-0E59C916A405}"/>
          </ac:picMkLst>
        </pc:picChg>
      </pc:sldChg>
      <pc:sldChg chg="addSp delSp modSp del mod">
        <pc:chgData name="Andy Larkman" userId="2da26f2e4321c6c2" providerId="LiveId" clId="{B71A7C82-798A-48DC-9B06-FCEE167E4A24}" dt="2025-08-21T21:19:30.191" v="58" actId="47"/>
        <pc:sldMkLst>
          <pc:docMk/>
          <pc:sldMk cId="1082248428" sldId="261"/>
        </pc:sldMkLst>
      </pc:sldChg>
      <pc:sldChg chg="addSp mod">
        <pc:chgData name="Andy Larkman" userId="2da26f2e4321c6c2" providerId="LiveId" clId="{B71A7C82-798A-48DC-9B06-FCEE167E4A24}" dt="2025-08-21T09:01:21.602" v="57" actId="22"/>
        <pc:sldMkLst>
          <pc:docMk/>
          <pc:sldMk cId="4134498953" sldId="262"/>
        </pc:sldMkLst>
        <pc:picChg chg="add">
          <ac:chgData name="Andy Larkman" userId="2da26f2e4321c6c2" providerId="LiveId" clId="{B71A7C82-798A-48DC-9B06-FCEE167E4A24}" dt="2025-08-21T09:01:21.602" v="57" actId="22"/>
          <ac:picMkLst>
            <pc:docMk/>
            <pc:sldMk cId="4134498953" sldId="262"/>
            <ac:picMk id="3" creationId="{5BD3CFED-F21A-6217-629A-69CD13B0D64D}"/>
          </ac:picMkLst>
        </pc:picChg>
      </pc:sldChg>
      <pc:sldChg chg="addSp modSp mod ord">
        <pc:chgData name="Andy Larkman" userId="2da26f2e4321c6c2" providerId="LiveId" clId="{B71A7C82-798A-48DC-9B06-FCEE167E4A24}" dt="2025-08-21T21:20:17.855" v="63"/>
        <pc:sldMkLst>
          <pc:docMk/>
          <pc:sldMk cId="1306477680" sldId="263"/>
        </pc:sldMkLst>
        <pc:picChg chg="add mod">
          <ac:chgData name="Andy Larkman" userId="2da26f2e4321c6c2" providerId="LiveId" clId="{B71A7C82-798A-48DC-9B06-FCEE167E4A24}" dt="2025-08-21T21:20:15.083" v="61" actId="14100"/>
          <ac:picMkLst>
            <pc:docMk/>
            <pc:sldMk cId="1306477680" sldId="263"/>
            <ac:picMk id="3" creationId="{7B0EEBC9-9BD7-352B-9A2B-D455C9CDFA58}"/>
          </ac:picMkLst>
        </pc:picChg>
      </pc:sldChg>
      <pc:sldChg chg="addSp mod">
        <pc:chgData name="Andy Larkman" userId="2da26f2e4321c6c2" providerId="LiveId" clId="{B71A7C82-798A-48DC-9B06-FCEE167E4A24}" dt="2025-08-21T21:57:39.428" v="64" actId="22"/>
        <pc:sldMkLst>
          <pc:docMk/>
          <pc:sldMk cId="464445035" sldId="264"/>
        </pc:sldMkLst>
        <pc:picChg chg="add">
          <ac:chgData name="Andy Larkman" userId="2da26f2e4321c6c2" providerId="LiveId" clId="{B71A7C82-798A-48DC-9B06-FCEE167E4A24}" dt="2025-08-21T21:57:39.428" v="64" actId="22"/>
          <ac:picMkLst>
            <pc:docMk/>
            <pc:sldMk cId="464445035" sldId="264"/>
            <ac:picMk id="3" creationId="{749D5594-346D-9DC9-929D-674AE3738D8D}"/>
          </ac:picMkLst>
        </pc:picChg>
      </pc:sldChg>
      <pc:sldChg chg="add del">
        <pc:chgData name="Andy Larkman" userId="2da26f2e4321c6c2" providerId="LiveId" clId="{B71A7C82-798A-48DC-9B06-FCEE167E4A24}" dt="2025-08-21T09:01:18.606" v="56" actId="47"/>
        <pc:sldMkLst>
          <pc:docMk/>
          <pc:sldMk cId="2706599228" sldId="282"/>
        </pc:sldMkLst>
      </pc:sldChg>
    </pc:docChg>
  </pc:docChgLst>
  <pc:docChgLst>
    <pc:chgData name="Andy Larkman" userId="2da26f2e4321c6c2" providerId="LiveId" clId="{AE5B54F1-C8F5-448A-ADA0-38ECB62D068A}"/>
    <pc:docChg chg="addSld modSld">
      <pc:chgData name="Andy Larkman" userId="2da26f2e4321c6c2" providerId="LiveId" clId="{AE5B54F1-C8F5-448A-ADA0-38ECB62D068A}" dt="2025-06-12T08:02:17.164" v="1" actId="22"/>
      <pc:docMkLst>
        <pc:docMk/>
      </pc:docMkLst>
      <pc:sldChg chg="addSp new mod">
        <pc:chgData name="Andy Larkman" userId="2da26f2e4321c6c2" providerId="LiveId" clId="{AE5B54F1-C8F5-448A-ADA0-38ECB62D068A}" dt="2025-06-12T08:02:17.164" v="1" actId="22"/>
        <pc:sldMkLst>
          <pc:docMk/>
          <pc:sldMk cId="2385937515" sldId="256"/>
        </pc:sldMkLst>
      </pc:sldChg>
    </pc:docChg>
  </pc:docChgLst>
  <pc:docChgLst>
    <pc:chgData name="Andy Larkman" userId="2da26f2e4321c6c2" providerId="LiveId" clId="{DD57E241-0078-4AE8-9E57-FF82578EE339}"/>
    <pc:docChg chg="custSel addSld delSld modSld sldOrd">
      <pc:chgData name="Andy Larkman" userId="2da26f2e4321c6c2" providerId="LiveId" clId="{DD57E241-0078-4AE8-9E57-FF82578EE339}" dt="2025-06-24T16:02:24.834" v="45" actId="22"/>
      <pc:docMkLst>
        <pc:docMk/>
      </pc:docMkLst>
      <pc:sldChg chg="addSp delSp new mod">
        <pc:chgData name="Andy Larkman" userId="2da26f2e4321c6c2" providerId="LiveId" clId="{DD57E241-0078-4AE8-9E57-FF82578EE339}" dt="2025-06-24T07:06:25.636" v="43" actId="22"/>
        <pc:sldMkLst>
          <pc:docMk/>
          <pc:sldMk cId="1990949740" sldId="256"/>
        </pc:sldMkLst>
      </pc:sldChg>
      <pc:sldChg chg="del">
        <pc:chgData name="Andy Larkman" userId="2da26f2e4321c6c2" providerId="LiveId" clId="{DD57E241-0078-4AE8-9E57-FF82578EE339}" dt="2025-06-12T16:04:43.852" v="0" actId="47"/>
        <pc:sldMkLst>
          <pc:docMk/>
          <pc:sldMk cId="2385937515" sldId="256"/>
        </pc:sldMkLst>
      </pc:sldChg>
      <pc:sldChg chg="addSp delSp add mod">
        <pc:chgData name="Andy Larkman" userId="2da26f2e4321c6c2" providerId="LiveId" clId="{DD57E241-0078-4AE8-9E57-FF82578EE339}" dt="2025-06-24T07:06:45.322" v="44" actId="22"/>
        <pc:sldMkLst>
          <pc:docMk/>
          <pc:sldMk cId="277392067" sldId="257"/>
        </pc:sldMkLst>
      </pc:sldChg>
      <pc:sldChg chg="addSp delSp add mod">
        <pc:chgData name="Andy Larkman" userId="2da26f2e4321c6c2" providerId="LiveId" clId="{DD57E241-0078-4AE8-9E57-FF82578EE339}" dt="2025-06-24T16:02:24.834" v="45" actId="22"/>
        <pc:sldMkLst>
          <pc:docMk/>
          <pc:sldMk cId="3766907185" sldId="258"/>
        </pc:sldMkLst>
      </pc:sldChg>
      <pc:sldChg chg="addSp modSp add mod">
        <pc:chgData name="Andy Larkman" userId="2da26f2e4321c6c2" providerId="LiveId" clId="{DD57E241-0078-4AE8-9E57-FF82578EE339}" dt="2025-06-12T16:07:23.782" v="37" actId="14100"/>
        <pc:sldMkLst>
          <pc:docMk/>
          <pc:sldMk cId="404469307" sldId="259"/>
        </pc:sldMkLst>
      </pc:sldChg>
      <pc:sldChg chg="add">
        <pc:chgData name="Andy Larkman" userId="2da26f2e4321c6c2" providerId="LiveId" clId="{DD57E241-0078-4AE8-9E57-FF82578EE339}" dt="2025-06-12T16:04:55.261" v="7"/>
        <pc:sldMkLst>
          <pc:docMk/>
          <pc:sldMk cId="556942426" sldId="260"/>
        </pc:sldMkLst>
      </pc:sldChg>
      <pc:sldChg chg="add">
        <pc:chgData name="Andy Larkman" userId="2da26f2e4321c6c2" providerId="LiveId" clId="{DD57E241-0078-4AE8-9E57-FF82578EE339}" dt="2025-06-12T16:04:55.293" v="8"/>
        <pc:sldMkLst>
          <pc:docMk/>
          <pc:sldMk cId="1082248428" sldId="261"/>
        </pc:sldMkLst>
      </pc:sldChg>
      <pc:sldChg chg="add">
        <pc:chgData name="Andy Larkman" userId="2da26f2e4321c6c2" providerId="LiveId" clId="{DD57E241-0078-4AE8-9E57-FF82578EE339}" dt="2025-06-12T16:04:55.326" v="9"/>
        <pc:sldMkLst>
          <pc:docMk/>
          <pc:sldMk cId="4134498953" sldId="262"/>
        </pc:sldMkLst>
      </pc:sldChg>
      <pc:sldChg chg="add">
        <pc:chgData name="Andy Larkman" userId="2da26f2e4321c6c2" providerId="LiveId" clId="{DD57E241-0078-4AE8-9E57-FF82578EE339}" dt="2025-06-12T16:04:55.359" v="10"/>
        <pc:sldMkLst>
          <pc:docMk/>
          <pc:sldMk cId="1306477680" sldId="263"/>
        </pc:sldMkLst>
      </pc:sldChg>
      <pc:sldChg chg="add">
        <pc:chgData name="Andy Larkman" userId="2da26f2e4321c6c2" providerId="LiveId" clId="{DD57E241-0078-4AE8-9E57-FF82578EE339}" dt="2025-06-12T16:04:55.387" v="11"/>
        <pc:sldMkLst>
          <pc:docMk/>
          <pc:sldMk cId="464445035" sldId="264"/>
        </pc:sldMkLst>
      </pc:sldChg>
      <pc:sldChg chg="add">
        <pc:chgData name="Andy Larkman" userId="2da26f2e4321c6c2" providerId="LiveId" clId="{DD57E241-0078-4AE8-9E57-FF82578EE339}" dt="2025-06-12T16:04:55.415" v="12"/>
        <pc:sldMkLst>
          <pc:docMk/>
          <pc:sldMk cId="1739857644" sldId="265"/>
        </pc:sldMkLst>
      </pc:sldChg>
      <pc:sldChg chg="add">
        <pc:chgData name="Andy Larkman" userId="2da26f2e4321c6c2" providerId="LiveId" clId="{DD57E241-0078-4AE8-9E57-FF82578EE339}" dt="2025-06-12T16:04:55.449" v="13"/>
        <pc:sldMkLst>
          <pc:docMk/>
          <pc:sldMk cId="4049805621" sldId="266"/>
        </pc:sldMkLst>
      </pc:sldChg>
      <pc:sldChg chg="add">
        <pc:chgData name="Andy Larkman" userId="2da26f2e4321c6c2" providerId="LiveId" clId="{DD57E241-0078-4AE8-9E57-FF82578EE339}" dt="2025-06-12T16:04:55.478" v="14"/>
        <pc:sldMkLst>
          <pc:docMk/>
          <pc:sldMk cId="570729223" sldId="267"/>
        </pc:sldMkLst>
      </pc:sldChg>
      <pc:sldChg chg="add">
        <pc:chgData name="Andy Larkman" userId="2da26f2e4321c6c2" providerId="LiveId" clId="{DD57E241-0078-4AE8-9E57-FF82578EE339}" dt="2025-06-12T16:04:55.507" v="15"/>
        <pc:sldMkLst>
          <pc:docMk/>
          <pc:sldMk cId="3344888485" sldId="268"/>
        </pc:sldMkLst>
      </pc:sldChg>
      <pc:sldChg chg="add">
        <pc:chgData name="Andy Larkman" userId="2da26f2e4321c6c2" providerId="LiveId" clId="{DD57E241-0078-4AE8-9E57-FF82578EE339}" dt="2025-06-12T16:04:55.540" v="16"/>
        <pc:sldMkLst>
          <pc:docMk/>
          <pc:sldMk cId="817053988" sldId="269"/>
        </pc:sldMkLst>
      </pc:sldChg>
      <pc:sldChg chg="add">
        <pc:chgData name="Andy Larkman" userId="2da26f2e4321c6c2" providerId="LiveId" clId="{DD57E241-0078-4AE8-9E57-FF82578EE339}" dt="2025-06-12T16:04:55.573" v="17"/>
        <pc:sldMkLst>
          <pc:docMk/>
          <pc:sldMk cId="1248257113" sldId="270"/>
        </pc:sldMkLst>
      </pc:sldChg>
      <pc:sldChg chg="add">
        <pc:chgData name="Andy Larkman" userId="2da26f2e4321c6c2" providerId="LiveId" clId="{DD57E241-0078-4AE8-9E57-FF82578EE339}" dt="2025-06-12T16:04:55.599" v="18"/>
        <pc:sldMkLst>
          <pc:docMk/>
          <pc:sldMk cId="721931620" sldId="271"/>
        </pc:sldMkLst>
      </pc:sldChg>
      <pc:sldChg chg="add">
        <pc:chgData name="Andy Larkman" userId="2da26f2e4321c6c2" providerId="LiveId" clId="{DD57E241-0078-4AE8-9E57-FF82578EE339}" dt="2025-06-12T16:04:55.634" v="19"/>
        <pc:sldMkLst>
          <pc:docMk/>
          <pc:sldMk cId="1888056661" sldId="272"/>
        </pc:sldMkLst>
      </pc:sldChg>
      <pc:sldChg chg="add">
        <pc:chgData name="Andy Larkman" userId="2da26f2e4321c6c2" providerId="LiveId" clId="{DD57E241-0078-4AE8-9E57-FF82578EE339}" dt="2025-06-12T16:04:55.665" v="20"/>
        <pc:sldMkLst>
          <pc:docMk/>
          <pc:sldMk cId="1796743994" sldId="273"/>
        </pc:sldMkLst>
      </pc:sldChg>
      <pc:sldChg chg="add">
        <pc:chgData name="Andy Larkman" userId="2da26f2e4321c6c2" providerId="LiveId" clId="{DD57E241-0078-4AE8-9E57-FF82578EE339}" dt="2025-06-12T16:04:55.694" v="21"/>
        <pc:sldMkLst>
          <pc:docMk/>
          <pc:sldMk cId="3309312321" sldId="274"/>
        </pc:sldMkLst>
      </pc:sldChg>
      <pc:sldChg chg="add">
        <pc:chgData name="Andy Larkman" userId="2da26f2e4321c6c2" providerId="LiveId" clId="{DD57E241-0078-4AE8-9E57-FF82578EE339}" dt="2025-06-12T16:04:55.729" v="22"/>
        <pc:sldMkLst>
          <pc:docMk/>
          <pc:sldMk cId="3636825823" sldId="275"/>
        </pc:sldMkLst>
      </pc:sldChg>
      <pc:sldChg chg="add">
        <pc:chgData name="Andy Larkman" userId="2da26f2e4321c6c2" providerId="LiveId" clId="{DD57E241-0078-4AE8-9E57-FF82578EE339}" dt="2025-06-12T16:04:55.757" v="23"/>
        <pc:sldMkLst>
          <pc:docMk/>
          <pc:sldMk cId="1765660521" sldId="276"/>
        </pc:sldMkLst>
      </pc:sldChg>
      <pc:sldChg chg="add">
        <pc:chgData name="Andy Larkman" userId="2da26f2e4321c6c2" providerId="LiveId" clId="{DD57E241-0078-4AE8-9E57-FF82578EE339}" dt="2025-06-12T16:04:55.793" v="24"/>
        <pc:sldMkLst>
          <pc:docMk/>
          <pc:sldMk cId="2506171242" sldId="277"/>
        </pc:sldMkLst>
      </pc:sldChg>
      <pc:sldChg chg="add">
        <pc:chgData name="Andy Larkman" userId="2da26f2e4321c6c2" providerId="LiveId" clId="{DD57E241-0078-4AE8-9E57-FF82578EE339}" dt="2025-06-12T16:04:55.817" v="25"/>
        <pc:sldMkLst>
          <pc:docMk/>
          <pc:sldMk cId="2183014921" sldId="278"/>
        </pc:sldMkLst>
      </pc:sldChg>
      <pc:sldChg chg="add">
        <pc:chgData name="Andy Larkman" userId="2da26f2e4321c6c2" providerId="LiveId" clId="{DD57E241-0078-4AE8-9E57-FF82578EE339}" dt="2025-06-12T16:04:55.852" v="26"/>
        <pc:sldMkLst>
          <pc:docMk/>
          <pc:sldMk cId="1654607364" sldId="279"/>
        </pc:sldMkLst>
      </pc:sldChg>
      <pc:sldChg chg="add">
        <pc:chgData name="Andy Larkman" userId="2da26f2e4321c6c2" providerId="LiveId" clId="{DD57E241-0078-4AE8-9E57-FF82578EE339}" dt="2025-06-12T16:04:55.880" v="27"/>
        <pc:sldMkLst>
          <pc:docMk/>
          <pc:sldMk cId="1087879137" sldId="280"/>
        </pc:sldMkLst>
      </pc:sldChg>
      <pc:sldChg chg="addSp delSp add mod ord">
        <pc:chgData name="Andy Larkman" userId="2da26f2e4321c6c2" providerId="LiveId" clId="{DD57E241-0078-4AE8-9E57-FF82578EE339}" dt="2025-06-24T07:06:05.296" v="42" actId="22"/>
        <pc:sldMkLst>
          <pc:docMk/>
          <pc:sldMk cId="3823361715" sldId="281"/>
        </pc:sldMkLst>
      </pc:sldChg>
    </pc:docChg>
  </pc:docChgLst>
  <pc:docChgLst>
    <pc:chgData name="Andy Larkman" userId="2da26f2e4321c6c2" providerId="LiveId" clId="{B504A635-07DA-4D69-9267-7A1876988564}"/>
    <pc:docChg chg="modSld">
      <pc:chgData name="Andy Larkman" userId="2da26f2e4321c6c2" providerId="LiveId" clId="{B504A635-07DA-4D69-9267-7A1876988564}" dt="2025-09-15T13:08:21.432" v="2" actId="22"/>
      <pc:docMkLst>
        <pc:docMk/>
      </pc:docMkLst>
      <pc:sldChg chg="addSp mod">
        <pc:chgData name="Andy Larkman" userId="2da26f2e4321c6c2" providerId="LiveId" clId="{B504A635-07DA-4D69-9267-7A1876988564}" dt="2025-09-14T21:52:35.092" v="0" actId="22"/>
        <pc:sldMkLst>
          <pc:docMk/>
          <pc:sldMk cId="570729223" sldId="267"/>
        </pc:sldMkLst>
        <pc:picChg chg="add">
          <ac:chgData name="Andy Larkman" userId="2da26f2e4321c6c2" providerId="LiveId" clId="{B504A635-07DA-4D69-9267-7A1876988564}" dt="2025-09-14T21:52:35.092" v="0" actId="22"/>
          <ac:picMkLst>
            <pc:docMk/>
            <pc:sldMk cId="570729223" sldId="267"/>
            <ac:picMk id="3" creationId="{AA875420-386E-EEDB-2089-B828F78913D9}"/>
          </ac:picMkLst>
        </pc:picChg>
      </pc:sldChg>
      <pc:sldChg chg="addSp mod">
        <pc:chgData name="Andy Larkman" userId="2da26f2e4321c6c2" providerId="LiveId" clId="{B504A635-07DA-4D69-9267-7A1876988564}" dt="2025-09-14T21:54:42.183" v="1" actId="22"/>
        <pc:sldMkLst>
          <pc:docMk/>
          <pc:sldMk cId="3344888485" sldId="268"/>
        </pc:sldMkLst>
        <pc:picChg chg="add">
          <ac:chgData name="Andy Larkman" userId="2da26f2e4321c6c2" providerId="LiveId" clId="{B504A635-07DA-4D69-9267-7A1876988564}" dt="2025-09-14T21:54:42.183" v="1" actId="22"/>
          <ac:picMkLst>
            <pc:docMk/>
            <pc:sldMk cId="3344888485" sldId="268"/>
            <ac:picMk id="3" creationId="{64C3F6AF-CD92-8BEC-7C92-B4C2726C7DC6}"/>
          </ac:picMkLst>
        </pc:picChg>
      </pc:sldChg>
      <pc:sldChg chg="addSp mod">
        <pc:chgData name="Andy Larkman" userId="2da26f2e4321c6c2" providerId="LiveId" clId="{B504A635-07DA-4D69-9267-7A1876988564}" dt="2025-09-15T13:08:21.432" v="2" actId="22"/>
        <pc:sldMkLst>
          <pc:docMk/>
          <pc:sldMk cId="817053988" sldId="269"/>
        </pc:sldMkLst>
        <pc:picChg chg="add">
          <ac:chgData name="Andy Larkman" userId="2da26f2e4321c6c2" providerId="LiveId" clId="{B504A635-07DA-4D69-9267-7A1876988564}" dt="2025-09-15T13:08:21.432" v="2" actId="22"/>
          <ac:picMkLst>
            <pc:docMk/>
            <pc:sldMk cId="817053988" sldId="269"/>
            <ac:picMk id="3" creationId="{62709E59-5EC8-EAAD-CF94-B261DBD1D925}"/>
          </ac:picMkLst>
        </pc:picChg>
      </pc:sldChg>
    </pc:docChg>
  </pc:docChgLst>
</pc:chgInfo>
</file>

<file path=ppt/comments/modernComment_11A_A2FC8D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E0633FD-C6BC-4BF4-98D3-87B511008858}" authorId="{0395208A-B1A0-5A35-9D84-456F68CCFAA9}" created="2025-12-09T08:19:47.6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34460362" sldId="282"/>
      <ac:spMk id="34" creationId="{773361C3-5C89-467E-C282-2B89CA9ECAFC}"/>
    </ac:deMkLst>
    <p188:txBody>
      <a:bodyPr/>
      <a:lstStyle/>
      <a:p>
        <a:r>
          <a:rPr lang="en-GB"/>
          <a:t>Secret Button for Tyre Change All</a:t>
        </a:r>
      </a:p>
    </p188:txBody>
  </p188:cm>
  <p188:cm id="{195A040D-16B6-4C3C-8A30-53CBB230F374}" authorId="{0395208A-B1A0-5A35-9D84-456F68CCFAA9}" created="2025-12-09T08:20:07.8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34460362" sldId="282"/>
      <ac:spMk id="23" creationId="{9DCB6810-1869-848A-E786-06CE3AFB0434}"/>
    </ac:deMkLst>
    <p188:txBody>
      <a:bodyPr/>
      <a:lstStyle/>
      <a:p>
        <a:r>
          <a:rPr lang="en-GB"/>
          <a:t>Secret Button for Clear All</a:t>
        </a:r>
      </a:p>
    </p188:txBody>
  </p188:cm>
  <p188:cm id="{FC37DD2F-DC5C-4A17-B8E2-8A12A073C8CC}" authorId="{0395208A-B1A0-5A35-9D84-456F68CCFAA9}" created="2025-12-09T08:20:44.7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34460362" sldId="282"/>
      <ac:spMk id="35" creationId="{94E64CC8-10C8-B913-3378-70CE9C43F165}"/>
    </ac:deMkLst>
    <p188:txBody>
      <a:bodyPr/>
      <a:lstStyle/>
      <a:p>
        <a:r>
          <a:rPr lang="en-GB"/>
          <a:t>Secret Button for Repair Toggle</a:t>
        </a:r>
      </a:p>
    </p188:txBody>
  </p188:cm>
</p188:cmLst>
</file>

<file path=ppt/comments/modernComment_11F_3D215D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ED20C0-A07A-43B5-81EF-6C210FCDDD0D}" authorId="{0395208A-B1A0-5A35-9D84-456F68CCFAA9}" created="2025-12-08T19:29:37.2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25596765" sldId="287"/>
      <ac:spMk id="30" creationId="{CD8F158F-5B2D-53F2-3292-A76ADF2A7E5E}"/>
    </ac:deMkLst>
    <p188:txBody>
      <a:bodyPr/>
      <a:lstStyle/>
      <a:p>
        <a:r>
          <a:rPr lang="en-GB"/>
          <a:t>Flash until Limiter ON</a:t>
        </a:r>
      </a:p>
    </p188:txBody>
  </p188:cm>
</p188:cmLst>
</file>

<file path=ppt/comments/modernComment_118_40D7B7E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07C882-BC71-4D37-A74C-CCFA743FE4C0}" authorId="{0395208A-B1A0-5A35-9D84-456F68CCFAA9}" created="2025-12-09T08:23:56.5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87879137" sldId="280"/>
      <ac:spMk id="2" creationId="{081E0150-293F-06BA-C24A-2849C0831AC6}"/>
    </ac:deMkLst>
    <p188:txBody>
      <a:bodyPr/>
      <a:lstStyle/>
      <a:p>
        <a:r>
          <a:rPr lang="en-GB"/>
          <a:t>Secret Button Toggle Zero/Max</a:t>
        </a:r>
      </a:p>
    </p188:txBody>
  </p188:cm>
  <p188:cm id="{766FB138-2174-483C-ACC4-E5A5ADB70325}" authorId="{0395208A-B1A0-5A35-9D84-456F68CCFAA9}" created="2025-12-09T08:24:17.7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87879137" sldId="280"/>
      <ac:spMk id="9" creationId="{71154A21-262B-6BCB-830F-EB4433006A56}"/>
    </ac:deMkLst>
    <p188:txBody>
      <a:bodyPr/>
      <a:lstStyle/>
      <a:p>
        <a:r>
          <a:rPr lang="en-GB"/>
          <a:t>Secret Button Toggle DRY / WET</a:t>
        </a:r>
      </a:p>
    </p188:txBody>
  </p188:cm>
</p188:cmLst>
</file>

<file path=ppt/comments/modernComment_121_9949DE3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D99147-5F61-4BC9-AD35-79FFCB8D8D08}" authorId="{0395208A-B1A0-5A35-9D84-456F68CCFAA9}" created="2025-12-08T19:29:37.2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71755064" sldId="289"/>
      <ac:spMk id="30" creationId="{D9264003-27F2-CECC-1ADC-72F591621155}"/>
    </ac:deMkLst>
    <p188:txBody>
      <a:bodyPr/>
      <a:lstStyle/>
      <a:p>
        <a:r>
          <a:rPr lang="en-GB"/>
          <a:t>Flash until Limiter 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80721-A07A-4587-8DF4-4BBC5E50CA9B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C418B-77CF-418B-AFB9-B3D97E26A6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362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599BF-9EEE-582E-6492-B9C5522EE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D2F18-20CA-76F2-A28C-629C859F3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C7928-B823-7842-ACBA-3DD182236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E7F3F-F7B1-D988-2A95-B40C94FD9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090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C25A0-408F-B4CC-82B1-8198B83B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592B5-FB96-DF74-C931-F06A112D5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220F2-68BB-2A89-C418-A3A0B330A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C0C51-DD59-45AF-C811-B62A9601C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651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6DD4E-CC29-D375-49B9-A8A832877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2490A-B382-B4FB-356C-82922A26E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4B4A2-9C22-E739-9570-9BE1E65B5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7FF33-81E2-305B-D3DF-F8A3102EC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914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90D90-43C4-51DA-3ABF-D0629475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9D27E-D5AF-1B43-5565-61005867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AEB0F-848B-C9C3-E285-7B2D436F6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47A48-B147-5815-9570-58AD2523A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400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492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8EC3C-9A91-C478-793D-B6BF2F2E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5CB7F-8592-DA4D-CEE3-E2B46C2E1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6191A-151E-A372-6966-CF6417ADF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EC4AF-BD1D-A603-37A0-4CC941B75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349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3909E-2ADA-D756-A60E-BF41B337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032F8-0BD0-59B6-10FC-AFF68D753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B4BF1-A8DE-A547-3E98-E1B71934A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A31FD-0404-417C-65DC-5EDCE7218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448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8FB48-F49E-1384-1D8B-887981454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66E42-4388-9512-7056-E27D89FB8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5B88C-E658-CA94-56F9-8B8C0F85B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BB0DC-93D5-0720-8E9E-B5B3F543D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17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132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F4B9B-8CE7-7190-6BD9-9655AE8C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727D2-A41D-DC9F-50E1-9E5360D4A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78F74-E2A3-AA32-196A-A7E070887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199F9-7C41-6EBF-7D1D-15B295354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C418B-77CF-418B-AFB9-B3D97E26A6B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783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CD6E-829D-483D-088A-C2B9D959E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B7680-6DF4-53D1-498F-AC2E047DE3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953AF-64D0-46CE-C646-E00AE61D7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71C14-2F85-3729-DF77-19FAFB74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0D155-39E6-E47B-7BFC-1677A9C1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58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6E1C-F57D-941B-D984-33F30B63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1CA80-484A-11B2-2502-4BB5FDDD7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F33FB-F588-A8EA-5D53-8E7B80A8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D12C-AC96-0B46-0F05-1ED88FBE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8DDD4-EB2C-83F9-93B3-50908DC2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46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C5CC-5ABE-08A6-F43D-F94CD4907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B3352-8048-CABA-96BC-48F0E97FF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996FE-3A4A-3F87-8E4F-A69642BCB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9BCD8-A6D2-AB59-6B81-F4D86080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9EFB7-0942-CC1A-5538-752EB7A9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478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63F26-41E0-DAFA-00F9-46BB8319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53428-F7C2-E850-9533-2594A3B5A1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4809E-06B3-07F8-8132-E6A400535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F2FA5-1A11-7997-78E6-FF6DE007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5642C-3F9C-5303-6A63-30A2DAAC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5F841-C4EF-C8C1-F113-13C27540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51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15FC-E9E8-5F42-7A0C-3BD4D4F83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C12B3-49C1-622B-C33C-29AC8BC0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B01C5-E0B6-9AB7-3A23-7F658345C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43F7E-2CE6-2224-8F4A-A9A6C5BEB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D9E55-87F0-2488-12C6-D5B029335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BB080-85C5-F12F-4002-E80976B4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A10878-BB07-9005-8BA8-539450DE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F04B1-3B73-108A-0A17-DFC8203C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8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85CF2-8B69-7223-5187-A53D99AFF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A7093-33B0-A8BE-D3A0-7870274C5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68FDD-FD3F-9275-13C8-68905984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7B9F5-5D3F-6FAF-80C6-F68B108B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875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5E3CA-DB3F-D0B0-CDC2-8F46731E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9F6E99-0F87-157B-3530-745A8BF1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EE5A6-2EE4-4BD1-C30A-22211764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577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F7BB-D32B-55D5-FD3F-45B604066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8C589-E6E8-4CB3-A7DE-AE59E1DCA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3BFA5-BE7F-1161-DEB9-A446955DD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B0C1E-FC03-5B3F-1FDA-EF2EB8EAB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D8591-B8B8-CCCD-3645-1D4548DA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34B8F-F836-7D2B-C604-EFFAB027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16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228C-B17B-787E-3412-CFFAC50C5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953573-8EB4-2267-3D6D-B94669A94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BDF81-DEC4-7AF4-DB27-0171DF826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23C38-932E-26D1-8A36-4D6B1C534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8A60A-3732-A0EF-295C-5520614E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C6093-44BC-CED1-D43D-46DB2D89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41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92CA-BAEB-B4DE-EA7A-08CA4831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11A3E-4E47-B3EE-6768-8DCB253E5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A2142-C8B3-6D7E-676D-F46C0BE1D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1886C-2F37-CD26-14E1-D106D171B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50046-C8DD-942B-A555-A9263039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278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9093EE-74FE-3A5F-77A6-D19056D24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8CDCD-B0A1-534B-2BCE-65731207E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3AE5E-187A-615B-23C6-948E99397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A135A-769C-438D-9AC0-5CFB87EA78F4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1D982-FCED-6715-9BC1-203B8660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4668-16FB-67AB-4ADD-BBEEBCD03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262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3FE7E7-1E23-403D-1806-3C882B065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80AF5-A9F4-F1BC-0083-1C3C5AB8E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ECEA6-730C-A724-9775-F1483BC21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A135A-769C-438D-9AC0-5CFB87EA78F4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44D4F-EF02-5095-F917-913D966E8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E6684-A2DB-814F-B78A-523FA4FF7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E2AF3-8EEC-4858-A7BB-E4453BE9D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5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_3D215D5D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9949DE3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A2FC8DCA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40D7B7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0D80A-F082-C172-99E7-C57F8A65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12970B-5548-E8DC-CCB0-968267597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38" y="0"/>
            <a:ext cx="107509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61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B04681-6998-32D7-901D-15E25B185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95" y="0"/>
            <a:ext cx="10706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49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C0AA2-7E56-A0AB-4A2F-6B8D015C4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054FC2-341F-695C-3769-53718D087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85" y="0"/>
            <a:ext cx="107240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9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FCC62-FBCC-DD0A-CB40-7E49FADA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31EA3C-1F12-E417-79F2-F22553CB4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420"/>
            <a:ext cx="5864084" cy="50778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CE6DCA7-FF08-A62E-053A-AE56D7ECD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248" y="1478166"/>
            <a:ext cx="815250" cy="2790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46485BC-2A3C-5CCB-453B-B76138D28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248" y="1734065"/>
            <a:ext cx="815250" cy="27909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7CD834F-4AA2-13C7-1E04-5417C5EBE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248" y="2013160"/>
            <a:ext cx="815250" cy="27909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50641CC-FE52-C809-00A4-4642A70FD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254" y="5894112"/>
            <a:ext cx="528446" cy="181924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5718739E-0196-7F38-08D5-3EE56542CF9D}"/>
              </a:ext>
            </a:extLst>
          </p:cNvPr>
          <p:cNvGrpSpPr/>
          <p:nvPr/>
        </p:nvGrpSpPr>
        <p:grpSpPr>
          <a:xfrm>
            <a:off x="6096000" y="178420"/>
            <a:ext cx="5864084" cy="5077838"/>
            <a:chOff x="6096000" y="178420"/>
            <a:chExt cx="5864084" cy="507783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BAAC8A3-2181-B804-8F20-A86E5BA481FC}"/>
                </a:ext>
              </a:extLst>
            </p:cNvPr>
            <p:cNvGrpSpPr/>
            <p:nvPr/>
          </p:nvGrpSpPr>
          <p:grpSpPr>
            <a:xfrm>
              <a:off x="6096000" y="178420"/>
              <a:ext cx="5864084" cy="5077838"/>
              <a:chOff x="6096000" y="0"/>
              <a:chExt cx="5864084" cy="507783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193FA3B-8574-2C53-EE84-C2B4C9F63EE2}"/>
                  </a:ext>
                </a:extLst>
              </p:cNvPr>
              <p:cNvGrpSpPr/>
              <p:nvPr/>
            </p:nvGrpSpPr>
            <p:grpSpPr>
              <a:xfrm>
                <a:off x="6096000" y="0"/>
                <a:ext cx="5864084" cy="5077838"/>
                <a:chOff x="6096000" y="0"/>
                <a:chExt cx="5864084" cy="5077838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51853CC0-527F-9DA8-3A6A-D6572A5D09A4}"/>
                    </a:ext>
                  </a:extLst>
                </p:cNvPr>
                <p:cNvGrpSpPr/>
                <p:nvPr/>
              </p:nvGrpSpPr>
              <p:grpSpPr>
                <a:xfrm>
                  <a:off x="6096000" y="0"/>
                  <a:ext cx="5864084" cy="5077838"/>
                  <a:chOff x="6096000" y="0"/>
                  <a:chExt cx="5864084" cy="5077838"/>
                </a:xfrm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A91F2403-C88D-FB0F-0A12-BA6F611327F9}"/>
                      </a:ext>
                    </a:extLst>
                  </p:cNvPr>
                  <p:cNvGrpSpPr/>
                  <p:nvPr/>
                </p:nvGrpSpPr>
                <p:grpSpPr>
                  <a:xfrm>
                    <a:off x="6096000" y="0"/>
                    <a:ext cx="5864084" cy="5077838"/>
                    <a:chOff x="6096000" y="0"/>
                    <a:chExt cx="5864084" cy="5077838"/>
                  </a:xfrm>
                </p:grpSpPr>
                <p:grpSp>
                  <p:nvGrpSpPr>
                    <p:cNvPr id="10" name="Group 9">
                      <a:extLst>
                        <a:ext uri="{FF2B5EF4-FFF2-40B4-BE49-F238E27FC236}">
                          <a16:creationId xmlns:a16="http://schemas.microsoft.com/office/drawing/2014/main" id="{3AE343FD-1BA3-C985-E607-90FDE104E2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0"/>
                      <a:ext cx="5864084" cy="5077838"/>
                      <a:chOff x="6096000" y="0"/>
                      <a:chExt cx="5864084" cy="5077838"/>
                    </a:xfrm>
                  </p:grpSpPr>
                  <p:grpSp>
                    <p:nvGrpSpPr>
                      <p:cNvPr id="7" name="Group 6">
                        <a:extLst>
                          <a:ext uri="{FF2B5EF4-FFF2-40B4-BE49-F238E27FC236}">
                            <a16:creationId xmlns:a16="http://schemas.microsoft.com/office/drawing/2014/main" id="{67B9E719-1815-760F-E1CB-9B4E1EF9F9B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096000" y="0"/>
                        <a:ext cx="5864084" cy="5077838"/>
                        <a:chOff x="6096000" y="0"/>
                        <a:chExt cx="5864084" cy="5077838"/>
                      </a:xfrm>
                    </p:grpSpPr>
                    <p:pic>
                      <p:nvPicPr>
                        <p:cNvPr id="4" name="Picture 3" descr="A screenshot of a computer&#10;&#10;AI-generated content may be incorrect.">
                          <a:extLst>
                            <a:ext uri="{FF2B5EF4-FFF2-40B4-BE49-F238E27FC236}">
                              <a16:creationId xmlns:a16="http://schemas.microsoft.com/office/drawing/2014/main" id="{AC9DC722-636E-0C91-9C7D-536B4BD92B91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096000" y="0"/>
                          <a:ext cx="5864084" cy="5077838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6" name="Picture 5" descr="A black rectangle with white text&#10;&#10;AI-generated content may be incorrect.">
                          <a:extLst>
                            <a:ext uri="{FF2B5EF4-FFF2-40B4-BE49-F238E27FC236}">
                              <a16:creationId xmlns:a16="http://schemas.microsoft.com/office/drawing/2014/main" id="{3C2A213F-FD3A-DDCB-A7DB-A3E16B384DC1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103557" y="819778"/>
                          <a:ext cx="5736370" cy="2943620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9" name="Picture 8" descr="A black rectangle with white text&#10;&#10;AI-generated content may be incorrect.">
                        <a:extLst>
                          <a:ext uri="{FF2B5EF4-FFF2-40B4-BE49-F238E27FC236}">
                            <a16:creationId xmlns:a16="http://schemas.microsoft.com/office/drawing/2014/main" id="{F4BA0310-2BC8-5D64-F0D0-E477BF874C2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70797" y="248198"/>
                        <a:ext cx="1876687" cy="114316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12" name="Picture 11">
                      <a:extLst>
                        <a:ext uri="{FF2B5EF4-FFF2-40B4-BE49-F238E27FC236}">
                          <a16:creationId xmlns:a16="http://schemas.microsoft.com/office/drawing/2014/main" id="{97407481-865A-F757-C159-7DFA3F3A36E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8563537" y="476374"/>
                      <a:ext cx="2015254" cy="238963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7" name="Picture 16">
                    <a:extLst>
                      <a:ext uri="{FF2B5EF4-FFF2-40B4-BE49-F238E27FC236}">
                        <a16:creationId xmlns:a16="http://schemas.microsoft.com/office/drawing/2014/main" id="{CE8204F7-59C8-38FF-A2B7-DAEDB4FC87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120229" y="1004057"/>
                    <a:ext cx="2421006" cy="250958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8DFCFBB5-BB07-A94B-F01B-2A81464778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03558" y="819779"/>
                  <a:ext cx="1055526" cy="138310"/>
                </a:xfrm>
                <a:prstGeom prst="rect">
                  <a:avLst/>
                </a:prstGeom>
              </p:spPr>
            </p:pic>
          </p:grp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090CCB58-AD3A-E1D9-410E-3276C6CF47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20229" y="1359456"/>
                <a:ext cx="875303" cy="196189"/>
              </a:xfrm>
              <a:prstGeom prst="rect">
                <a:avLst/>
              </a:prstGeom>
            </p:spPr>
          </p:pic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A87D541-0564-8C2C-40CD-95EBEA6066D2}"/>
                </a:ext>
              </a:extLst>
            </p:cNvPr>
            <p:cNvSpPr txBox="1"/>
            <p:nvPr/>
          </p:nvSpPr>
          <p:spPr>
            <a:xfrm>
              <a:off x="7107046" y="1862003"/>
              <a:ext cx="4138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ECO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CAF00E7-4C0F-2A15-5868-75AA82357D8D}"/>
                </a:ext>
              </a:extLst>
            </p:cNvPr>
            <p:cNvSpPr txBox="1"/>
            <p:nvPr/>
          </p:nvSpPr>
          <p:spPr>
            <a:xfrm>
              <a:off x="7107046" y="2116000"/>
              <a:ext cx="40107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AVG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DC52CBE-BE7C-58B1-C8A4-F36DA62B6E7B}"/>
                </a:ext>
              </a:extLst>
            </p:cNvPr>
            <p:cNvSpPr txBox="1"/>
            <p:nvPr/>
          </p:nvSpPr>
          <p:spPr>
            <a:xfrm>
              <a:off x="7107046" y="2377774"/>
              <a:ext cx="40748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MAX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9AEBFEB5-50F8-5BE8-3905-1B2BA888866B}"/>
              </a:ext>
            </a:extLst>
          </p:cNvPr>
          <p:cNvSpPr/>
          <p:nvPr/>
        </p:nvSpPr>
        <p:spPr>
          <a:xfrm>
            <a:off x="7544985" y="1869107"/>
            <a:ext cx="494989" cy="212425"/>
          </a:xfrm>
          <a:prstGeom prst="rect">
            <a:avLst/>
          </a:prstGeom>
          <a:solidFill>
            <a:srgbClr val="222222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3.49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55F34B-8C6D-C19B-1457-6BA06AADEF92}"/>
              </a:ext>
            </a:extLst>
          </p:cNvPr>
          <p:cNvSpPr/>
          <p:nvPr/>
        </p:nvSpPr>
        <p:spPr>
          <a:xfrm>
            <a:off x="7541322" y="2125006"/>
            <a:ext cx="494989" cy="212425"/>
          </a:xfrm>
          <a:prstGeom prst="rect">
            <a:avLst/>
          </a:prstGeom>
          <a:solidFill>
            <a:srgbClr val="222222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3.52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2C418E-030C-65D7-9E02-81666EB981DA}"/>
              </a:ext>
            </a:extLst>
          </p:cNvPr>
          <p:cNvSpPr/>
          <p:nvPr/>
        </p:nvSpPr>
        <p:spPr>
          <a:xfrm>
            <a:off x="7541199" y="2386097"/>
            <a:ext cx="494989" cy="212425"/>
          </a:xfrm>
          <a:prstGeom prst="rect">
            <a:avLst/>
          </a:prstGeom>
          <a:solidFill>
            <a:srgbClr val="222222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3.56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91FE21-EA30-36C3-C444-168EDC8CF2AA}"/>
              </a:ext>
            </a:extLst>
          </p:cNvPr>
          <p:cNvSpPr txBox="1"/>
          <p:nvPr/>
        </p:nvSpPr>
        <p:spPr>
          <a:xfrm>
            <a:off x="6933049" y="1512066"/>
            <a:ext cx="11032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Samples    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8E807F-FB04-25AB-31B8-EA18A67CE28B}"/>
              </a:ext>
            </a:extLst>
          </p:cNvPr>
          <p:cNvSpPr txBox="1"/>
          <p:nvPr/>
        </p:nvSpPr>
        <p:spPr>
          <a:xfrm>
            <a:off x="8199443" y="1512692"/>
            <a:ext cx="2421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Manual: 2025-11-28 09:58</a:t>
            </a:r>
          </a:p>
        </p:txBody>
      </p:sp>
      <p:pic>
        <p:nvPicPr>
          <p:cNvPr id="45" name="Picture 44" descr="A black rectangle with white text&#10;&#10;AI-generated content may be incorrect.">
            <a:extLst>
              <a:ext uri="{FF2B5EF4-FFF2-40B4-BE49-F238E27FC236}">
                <a16:creationId xmlns:a16="http://schemas.microsoft.com/office/drawing/2014/main" id="{B096FDAE-DAFA-B254-2155-C754FC9AE6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1248" y="298164"/>
            <a:ext cx="3273395" cy="115680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641CFC88-B521-CD74-E421-F7E89613750E}"/>
              </a:ext>
            </a:extLst>
          </p:cNvPr>
          <p:cNvSpPr/>
          <p:nvPr/>
        </p:nvSpPr>
        <p:spPr>
          <a:xfrm>
            <a:off x="7541322" y="427703"/>
            <a:ext cx="656041" cy="212425"/>
          </a:xfrm>
          <a:prstGeom prst="rect">
            <a:avLst/>
          </a:prstGeom>
          <a:solidFill>
            <a:srgbClr val="222222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1000" dirty="0"/>
              <a:t>1:45.797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5914F9F-A1EA-3167-3A42-2B9988D82A73}"/>
              </a:ext>
            </a:extLst>
          </p:cNvPr>
          <p:cNvSpPr/>
          <p:nvPr/>
        </p:nvSpPr>
        <p:spPr>
          <a:xfrm>
            <a:off x="7543402" y="691035"/>
            <a:ext cx="653960" cy="212425"/>
          </a:xfrm>
          <a:prstGeom prst="rect">
            <a:avLst/>
          </a:prstGeom>
          <a:solidFill>
            <a:srgbClr val="222222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1000" dirty="0"/>
              <a:t>39.9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0F6D1E-3D5D-85E9-2F12-47C4A029FCBC}"/>
              </a:ext>
            </a:extLst>
          </p:cNvPr>
          <p:cNvSpPr txBox="1"/>
          <p:nvPr/>
        </p:nvSpPr>
        <p:spPr>
          <a:xfrm>
            <a:off x="8199443" y="417350"/>
            <a:ext cx="2421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Live: 2025-11-28 09:58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D9DF32-4212-D898-FE9A-F8905155F62B}"/>
              </a:ext>
            </a:extLst>
          </p:cNvPr>
          <p:cNvSpPr txBox="1"/>
          <p:nvPr/>
        </p:nvSpPr>
        <p:spPr>
          <a:xfrm>
            <a:off x="8197362" y="695745"/>
            <a:ext cx="2421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DTL: 2025-11-28 09:58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4B6DBA6-62A3-4B01-4EA4-394FD639265E}"/>
              </a:ext>
            </a:extLst>
          </p:cNvPr>
          <p:cNvSpPr/>
          <p:nvPr/>
        </p:nvSpPr>
        <p:spPr>
          <a:xfrm>
            <a:off x="7541321" y="1182476"/>
            <a:ext cx="656041" cy="212425"/>
          </a:xfrm>
          <a:prstGeom prst="rect">
            <a:avLst/>
          </a:prstGeom>
          <a:solidFill>
            <a:srgbClr val="222222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1000" dirty="0"/>
              <a:t>1:45.797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635643-C30B-2763-ACBF-C11701089295}"/>
              </a:ext>
            </a:extLst>
          </p:cNvPr>
          <p:cNvSpPr txBox="1"/>
          <p:nvPr/>
        </p:nvSpPr>
        <p:spPr>
          <a:xfrm>
            <a:off x="8204919" y="1188018"/>
            <a:ext cx="2421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Live: 2025-11-28 09:58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D7F6C11-8A44-61ED-300E-4707AF44D99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" b="49999"/>
          <a:stretch>
            <a:fillRect/>
          </a:stretch>
        </p:blipFill>
        <p:spPr>
          <a:xfrm>
            <a:off x="6120229" y="2799230"/>
            <a:ext cx="1055526" cy="159392"/>
          </a:xfrm>
          <a:prstGeom prst="rect">
            <a:avLst/>
          </a:prstGeom>
        </p:spPr>
      </p:pic>
      <p:pic>
        <p:nvPicPr>
          <p:cNvPr id="59" name="Picture 5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1EB2DE-0F70-F9DF-5B8B-88B38F36D07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4373" y="2984686"/>
            <a:ext cx="2069422" cy="1469801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F62E0B95-91F5-6F0A-F906-E55CF128FC6E}"/>
              </a:ext>
            </a:extLst>
          </p:cNvPr>
          <p:cNvSpPr txBox="1"/>
          <p:nvPr/>
        </p:nvSpPr>
        <p:spPr>
          <a:xfrm>
            <a:off x="8210958" y="3297602"/>
            <a:ext cx="2421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Live: 2025-11-26 16:02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96FF3DF-6350-7A09-16A2-BF954BC6EF61}"/>
              </a:ext>
            </a:extLst>
          </p:cNvPr>
          <p:cNvSpPr/>
          <p:nvPr/>
        </p:nvSpPr>
        <p:spPr>
          <a:xfrm>
            <a:off x="7537551" y="3651633"/>
            <a:ext cx="494989" cy="212425"/>
          </a:xfrm>
          <a:prstGeom prst="rect">
            <a:avLst/>
          </a:prstGeom>
          <a:solidFill>
            <a:srgbClr val="222222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3.1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6AD75E2-B949-4D6A-0A40-F67029DA880E}"/>
              </a:ext>
            </a:extLst>
          </p:cNvPr>
          <p:cNvSpPr/>
          <p:nvPr/>
        </p:nvSpPr>
        <p:spPr>
          <a:xfrm>
            <a:off x="7533888" y="3907532"/>
            <a:ext cx="494989" cy="212425"/>
          </a:xfrm>
          <a:prstGeom prst="rect">
            <a:avLst/>
          </a:prstGeom>
          <a:solidFill>
            <a:srgbClr val="222222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3.23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53BCF5A-5720-BE93-2AC0-051FFEBAD50B}"/>
              </a:ext>
            </a:extLst>
          </p:cNvPr>
          <p:cNvSpPr/>
          <p:nvPr/>
        </p:nvSpPr>
        <p:spPr>
          <a:xfrm>
            <a:off x="7533765" y="4168623"/>
            <a:ext cx="494989" cy="212425"/>
          </a:xfrm>
          <a:prstGeom prst="rect">
            <a:avLst/>
          </a:prstGeom>
          <a:solidFill>
            <a:srgbClr val="222222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3.39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6610A7E-C113-FE18-5D52-AD25FD2DD730}"/>
              </a:ext>
            </a:extLst>
          </p:cNvPr>
          <p:cNvSpPr/>
          <p:nvPr/>
        </p:nvSpPr>
        <p:spPr>
          <a:xfrm>
            <a:off x="7520942" y="2989067"/>
            <a:ext cx="656041" cy="212425"/>
          </a:xfrm>
          <a:prstGeom prst="rect">
            <a:avLst/>
          </a:prstGeom>
          <a:solidFill>
            <a:srgbClr val="222222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1000" dirty="0"/>
              <a:t>1:58.346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B9A636-3C09-0759-DE47-A8DB57CD6A2C}"/>
              </a:ext>
            </a:extLst>
          </p:cNvPr>
          <p:cNvSpPr txBox="1"/>
          <p:nvPr/>
        </p:nvSpPr>
        <p:spPr>
          <a:xfrm>
            <a:off x="8204918" y="2972928"/>
            <a:ext cx="2421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Manual: 2025-11-26 16:45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B413B29-AAAD-B3CA-C85A-BFE7227D7360}"/>
              </a:ext>
            </a:extLst>
          </p:cNvPr>
          <p:cNvSpPr txBox="1"/>
          <p:nvPr/>
        </p:nvSpPr>
        <p:spPr>
          <a:xfrm>
            <a:off x="6074361" y="4454487"/>
            <a:ext cx="13300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Wet vs Dry </a:t>
            </a:r>
            <a:r>
              <a:rPr lang="en-GB" sz="900" dirty="0" err="1">
                <a:solidFill>
                  <a:schemeClr val="bg1"/>
                </a:solidFill>
              </a:rPr>
              <a:t>Avg</a:t>
            </a:r>
            <a:r>
              <a:rPr lang="en-GB" sz="900" dirty="0">
                <a:solidFill>
                  <a:schemeClr val="bg1"/>
                </a:solidFill>
              </a:rPr>
              <a:t> Deltas: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6B8C70-6C5C-797F-1486-2748F45B7D7C}"/>
              </a:ext>
            </a:extLst>
          </p:cNvPr>
          <p:cNvSpPr txBox="1"/>
          <p:nvPr/>
        </p:nvSpPr>
        <p:spPr>
          <a:xfrm>
            <a:off x="7463277" y="4652236"/>
            <a:ext cx="21862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err="1">
                <a:solidFill>
                  <a:schemeClr val="bg1"/>
                </a:solidFill>
              </a:rPr>
              <a:t>Avg</a:t>
            </a:r>
            <a:r>
              <a:rPr lang="en-GB" sz="900" dirty="0">
                <a:solidFill>
                  <a:schemeClr val="bg1"/>
                </a:solidFill>
              </a:rPr>
              <a:t> Fuel Burn at -0.29 (92%)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851C61-79F9-BF2B-1729-AAAB0B2EF243}"/>
              </a:ext>
            </a:extLst>
          </p:cNvPr>
          <p:cNvSpPr txBox="1"/>
          <p:nvPr/>
        </p:nvSpPr>
        <p:spPr>
          <a:xfrm>
            <a:off x="7463277" y="4448725"/>
            <a:ext cx="17550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err="1">
                <a:solidFill>
                  <a:schemeClr val="bg1"/>
                </a:solidFill>
              </a:rPr>
              <a:t>Avg</a:t>
            </a:r>
            <a:r>
              <a:rPr lang="en-GB" sz="900" dirty="0">
                <a:solidFill>
                  <a:schemeClr val="bg1"/>
                </a:solidFill>
              </a:rPr>
              <a:t> Pace at +12.55s (112%)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8BE7C14-97F6-22A1-C58B-7E7B3CD80160}"/>
              </a:ext>
            </a:extLst>
          </p:cNvPr>
          <p:cNvSpPr txBox="1"/>
          <p:nvPr/>
        </p:nvSpPr>
        <p:spPr>
          <a:xfrm>
            <a:off x="8204918" y="220148"/>
            <a:ext cx="2421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i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UPDATES</a:t>
            </a:r>
          </a:p>
        </p:txBody>
      </p:sp>
    </p:spTree>
    <p:extLst>
      <p:ext uri="{BB962C8B-B14F-4D97-AF65-F5344CB8AC3E}">
        <p14:creationId xmlns:p14="http://schemas.microsoft.com/office/powerpoint/2010/main" val="218301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6C2EB-4AFF-4343-8AF7-CDF83BE38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s station&#10;&#10;AI-generated content may be incorrect.">
            <a:extLst>
              <a:ext uri="{FF2B5EF4-FFF2-40B4-BE49-F238E27FC236}">
                <a16:creationId xmlns:a16="http://schemas.microsoft.com/office/drawing/2014/main" id="{DCFF251D-6F2B-6A5B-F4F0-8DDB8BF6C5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0" t="441" r="833" b="51626"/>
          <a:stretch>
            <a:fillRect/>
          </a:stretch>
        </p:blipFill>
        <p:spPr>
          <a:xfrm>
            <a:off x="310297" y="337644"/>
            <a:ext cx="11504191" cy="6516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FCFE3C-6522-F2F3-F777-8DBD596351E6}"/>
              </a:ext>
            </a:extLst>
          </p:cNvPr>
          <p:cNvSpPr txBox="1"/>
          <p:nvPr/>
        </p:nvSpPr>
        <p:spPr>
          <a:xfrm>
            <a:off x="246782" y="-21065"/>
            <a:ext cx="2213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On Track Quick Look</a:t>
            </a:r>
          </a:p>
        </p:txBody>
      </p:sp>
    </p:spTree>
    <p:extLst>
      <p:ext uri="{BB962C8B-B14F-4D97-AF65-F5344CB8AC3E}">
        <p14:creationId xmlns:p14="http://schemas.microsoft.com/office/powerpoint/2010/main" val="1654607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5723C-FFC3-1B5B-B5AD-D744F0D9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1E6795-7438-D148-D19B-614A96A110C3}"/>
              </a:ext>
            </a:extLst>
          </p:cNvPr>
          <p:cNvSpPr/>
          <p:nvPr/>
        </p:nvSpPr>
        <p:spPr>
          <a:xfrm>
            <a:off x="371495" y="301951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A45ACE-E454-9489-F87C-808F4F7BD145}"/>
              </a:ext>
            </a:extLst>
          </p:cNvPr>
          <p:cNvSpPr/>
          <p:nvPr/>
        </p:nvSpPr>
        <p:spPr>
          <a:xfrm>
            <a:off x="371495" y="33123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97CCA9-7335-6048-D5F9-69CE875D1FEC}"/>
              </a:ext>
            </a:extLst>
          </p:cNvPr>
          <p:cNvSpPr/>
          <p:nvPr/>
        </p:nvSpPr>
        <p:spPr>
          <a:xfrm>
            <a:off x="10386946" y="33123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70E7D5-B617-862D-6BF6-5B893FC5627F}"/>
              </a:ext>
            </a:extLst>
          </p:cNvPr>
          <p:cNvCxnSpPr/>
          <p:nvPr/>
        </p:nvCxnSpPr>
        <p:spPr>
          <a:xfrm>
            <a:off x="1794688" y="178833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54241B9-90D9-1195-AB49-E46EDDFEC0DD}"/>
              </a:ext>
            </a:extLst>
          </p:cNvPr>
          <p:cNvSpPr txBox="1"/>
          <p:nvPr/>
        </p:nvSpPr>
        <p:spPr>
          <a:xfrm>
            <a:off x="4358548" y="1731813"/>
            <a:ext cx="34645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8400" b="1" dirty="0">
                <a:solidFill>
                  <a:srgbClr val="92D050"/>
                </a:solidFill>
              </a:rPr>
              <a:t>0.3</a:t>
            </a:r>
          </a:p>
        </p:txBody>
      </p:sp>
      <p:pic>
        <p:nvPicPr>
          <p:cNvPr id="17" name="Picture 16" descr="A black and white sign with a gas pump&#10;&#10;AI-generated content may be incorrect.">
            <a:extLst>
              <a:ext uri="{FF2B5EF4-FFF2-40B4-BE49-F238E27FC236}">
                <a16:creationId xmlns:a16="http://schemas.microsoft.com/office/drawing/2014/main" id="{CD66207D-4ECC-3B24-AFF1-27A72351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893" y="1875396"/>
            <a:ext cx="1772080" cy="1701998"/>
          </a:xfrm>
          <a:prstGeom prst="rect">
            <a:avLst/>
          </a:prstGeom>
        </p:spPr>
      </p:pic>
      <p:pic>
        <p:nvPicPr>
          <p:cNvPr id="19" name="Picture 1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963B5A12-59E3-7D26-FB98-D66206B86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6171" y="1875396"/>
            <a:ext cx="1712009" cy="1701998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A26E9F-45F1-500A-1859-DCD3D605B8DD}"/>
              </a:ext>
            </a:extLst>
          </p:cNvPr>
          <p:cNvCxnSpPr/>
          <p:nvPr/>
        </p:nvCxnSpPr>
        <p:spPr>
          <a:xfrm>
            <a:off x="1794687" y="534118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0F5FB22-3E1A-F80C-4F0E-A5F24FEDFF75}"/>
              </a:ext>
            </a:extLst>
          </p:cNvPr>
          <p:cNvCxnSpPr/>
          <p:nvPr/>
        </p:nvCxnSpPr>
        <p:spPr>
          <a:xfrm>
            <a:off x="1794687" y="365722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598483F-825C-6B26-62D4-E2D1DDD99E81}"/>
              </a:ext>
            </a:extLst>
          </p:cNvPr>
          <p:cNvSpPr txBox="1"/>
          <p:nvPr/>
        </p:nvSpPr>
        <p:spPr>
          <a:xfrm>
            <a:off x="4401182" y="561476"/>
            <a:ext cx="3290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MESSAGES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3F429-7C1A-31E7-40BE-D30C6A53779C}"/>
              </a:ext>
            </a:extLst>
          </p:cNvPr>
          <p:cNvSpPr txBox="1"/>
          <p:nvPr/>
        </p:nvSpPr>
        <p:spPr>
          <a:xfrm rot="16200000">
            <a:off x="-310163" y="3017869"/>
            <a:ext cx="27686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LEFT BAR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B449A-7DE0-F9CD-1E1D-44CE1E2C9F9E}"/>
              </a:ext>
            </a:extLst>
          </p:cNvPr>
          <p:cNvSpPr txBox="1"/>
          <p:nvPr/>
        </p:nvSpPr>
        <p:spPr>
          <a:xfrm>
            <a:off x="4286925" y="4017821"/>
            <a:ext cx="3607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ROW 1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93E976-4D4F-B2C3-8C62-7A0FED351CBB}"/>
              </a:ext>
            </a:extLst>
          </p:cNvPr>
          <p:cNvSpPr txBox="1"/>
          <p:nvPr/>
        </p:nvSpPr>
        <p:spPr>
          <a:xfrm>
            <a:off x="4286924" y="5615032"/>
            <a:ext cx="3607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ROW 2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0C423F-34FE-3D6F-9CA2-E4AB4D3E2625}"/>
              </a:ext>
            </a:extLst>
          </p:cNvPr>
          <p:cNvSpPr txBox="1"/>
          <p:nvPr/>
        </p:nvSpPr>
        <p:spPr>
          <a:xfrm rot="16200000">
            <a:off x="9450044" y="3079373"/>
            <a:ext cx="32267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RIGHT BAR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51DAF-3786-00EA-9DFF-CB0D645074B4}"/>
              </a:ext>
            </a:extLst>
          </p:cNvPr>
          <p:cNvSpPr/>
          <p:nvPr/>
        </p:nvSpPr>
        <p:spPr>
          <a:xfrm>
            <a:off x="371493" y="320625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0198A1-F2C4-88FE-34AC-D6E7ABC2F077}"/>
              </a:ext>
            </a:extLst>
          </p:cNvPr>
          <p:cNvSpPr txBox="1"/>
          <p:nvPr/>
        </p:nvSpPr>
        <p:spPr>
          <a:xfrm>
            <a:off x="350810" y="-20427"/>
            <a:ext cx="187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Template / Zones</a:t>
            </a:r>
          </a:p>
        </p:txBody>
      </p:sp>
    </p:spTree>
    <p:extLst>
      <p:ext uri="{BB962C8B-B14F-4D97-AF65-F5344CB8AC3E}">
        <p14:creationId xmlns:p14="http://schemas.microsoft.com/office/powerpoint/2010/main" val="222599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C0434-6662-B691-06B8-14E44A28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E5D5BA-60F3-BC56-2E20-96A49F5D881D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A12D07-2F23-190F-F144-37D6C5F03A3E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996AB-99C5-1170-FC9B-52FCB455197E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99340CF7-7AF2-3BC4-F7CE-3D4EFB7E3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99D3C5-0ED1-1265-AC60-726B6B0DDE9E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9B51EFC-14DC-A7A4-F85D-7DF861E5BDC9}"/>
              </a:ext>
            </a:extLst>
          </p:cNvPr>
          <p:cNvSpPr txBox="1"/>
          <p:nvPr/>
        </p:nvSpPr>
        <p:spPr>
          <a:xfrm>
            <a:off x="4739039" y="1937306"/>
            <a:ext cx="2646558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600" b="1" dirty="0">
                <a:solidFill>
                  <a:srgbClr val="92D050"/>
                </a:solidFill>
              </a:rPr>
              <a:t>0.3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04255B-D321-3535-3477-59798BA0D611}"/>
              </a:ext>
            </a:extLst>
          </p:cNvPr>
          <p:cNvCxnSpPr/>
          <p:nvPr/>
        </p:nvCxnSpPr>
        <p:spPr>
          <a:xfrm>
            <a:off x="1794687" y="535821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BA845E2-8BF6-E8CD-F470-558766B2BF96}"/>
              </a:ext>
            </a:extLst>
          </p:cNvPr>
          <p:cNvSpPr txBox="1"/>
          <p:nvPr/>
        </p:nvSpPr>
        <p:spPr>
          <a:xfrm>
            <a:off x="4627985" y="5388683"/>
            <a:ext cx="299512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NEXT STOP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3.0s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C74649-7D88-1D71-ACE1-AC83380BD107}"/>
              </a:ext>
            </a:extLst>
          </p:cNvPr>
          <p:cNvCxnSpPr/>
          <p:nvPr/>
        </p:nvCxnSpPr>
        <p:spPr>
          <a:xfrm>
            <a:off x="1794687" y="367425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FEB43DF-D346-0CBD-4FDE-F982760F1771}"/>
              </a:ext>
            </a:extLst>
          </p:cNvPr>
          <p:cNvSpPr txBox="1"/>
          <p:nvPr/>
        </p:nvSpPr>
        <p:spPr>
          <a:xfrm>
            <a:off x="4816517" y="3792533"/>
            <a:ext cx="25742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000" b="1" dirty="0">
                <a:solidFill>
                  <a:srgbClr val="FFFF00"/>
                </a:solidFill>
              </a:rPr>
              <a:t>70%</a:t>
            </a:r>
            <a:endParaRPr lang="en-GB" sz="36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A33C4A-3B1B-C7AE-CD9E-B79A27E03DF8}"/>
              </a:ext>
            </a:extLst>
          </p:cNvPr>
          <p:cNvSpPr txBox="1"/>
          <p:nvPr/>
        </p:nvSpPr>
        <p:spPr>
          <a:xfrm>
            <a:off x="2363073" y="3788550"/>
            <a:ext cx="16861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000" b="1" dirty="0">
                <a:solidFill>
                  <a:srgbClr val="92D050"/>
                </a:solidFill>
              </a:rPr>
              <a:t>2.3</a:t>
            </a:r>
            <a:endParaRPr lang="en-GB" sz="36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0E56A1-BE4E-4353-E2E2-0254B5834294}"/>
              </a:ext>
            </a:extLst>
          </p:cNvPr>
          <p:cNvSpPr txBox="1"/>
          <p:nvPr/>
        </p:nvSpPr>
        <p:spPr>
          <a:xfrm>
            <a:off x="8152871" y="3792533"/>
            <a:ext cx="17648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000" b="1" dirty="0">
                <a:solidFill>
                  <a:srgbClr val="FF0000"/>
                </a:solidFill>
              </a:rPr>
              <a:t>-0.5</a:t>
            </a:r>
            <a:endParaRPr lang="en-GB" sz="36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D5EA2A-0E6D-5621-F2FB-FFBBB28F34EF}"/>
              </a:ext>
            </a:extLst>
          </p:cNvPr>
          <p:cNvSpPr/>
          <p:nvPr/>
        </p:nvSpPr>
        <p:spPr>
          <a:xfrm>
            <a:off x="1848722" y="415259"/>
            <a:ext cx="8484194" cy="1348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PIT WINDOW OPEN L12 – L20</a:t>
            </a:r>
          </a:p>
          <a:p>
            <a:pPr algn="ctr"/>
            <a:r>
              <a:rPr lang="en-GB" sz="3600" b="1" dirty="0"/>
              <a:t>Refuel 30l + Tyres + Repair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6D8A79-7184-BF41-3950-E333319A9EF6}"/>
              </a:ext>
            </a:extLst>
          </p:cNvPr>
          <p:cNvSpPr txBox="1"/>
          <p:nvPr/>
        </p:nvSpPr>
        <p:spPr>
          <a:xfrm>
            <a:off x="380132" y="-21065"/>
            <a:ext cx="2213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On Track Quick Look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2DD87-B2AD-926B-894D-5221AD4682D7}"/>
              </a:ext>
            </a:extLst>
          </p:cNvPr>
          <p:cNvSpPr txBox="1"/>
          <p:nvPr/>
        </p:nvSpPr>
        <p:spPr>
          <a:xfrm rot="16200000">
            <a:off x="-1839902" y="3105735"/>
            <a:ext cx="58281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BURN LADDER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B359A-B6C7-5F10-7343-A0959DFC1DD9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193BE-7225-07C3-B4F8-C09A4388888F}"/>
              </a:ext>
            </a:extLst>
          </p:cNvPr>
          <p:cNvSpPr txBox="1"/>
          <p:nvPr/>
        </p:nvSpPr>
        <p:spPr>
          <a:xfrm>
            <a:off x="1879096" y="1940691"/>
            <a:ext cx="272693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EXIT POS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600" b="1" dirty="0">
                <a:solidFill>
                  <a:schemeClr val="bg1"/>
                </a:solidFill>
              </a:rPr>
              <a:t>P12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7F7A3C-22E7-B3E1-0473-EC0BD80BFBEF}"/>
              </a:ext>
            </a:extLst>
          </p:cNvPr>
          <p:cNvSpPr txBox="1"/>
          <p:nvPr/>
        </p:nvSpPr>
        <p:spPr>
          <a:xfrm>
            <a:off x="7518603" y="1955270"/>
            <a:ext cx="286225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STOPS REM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600" b="1" dirty="0">
                <a:solidFill>
                  <a:schemeClr val="bg1"/>
                </a:solidFill>
              </a:rPr>
              <a:t>2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29359-E308-03D8-0FD2-E34C58A3DA19}"/>
              </a:ext>
            </a:extLst>
          </p:cNvPr>
          <p:cNvSpPr txBox="1"/>
          <p:nvPr/>
        </p:nvSpPr>
        <p:spPr>
          <a:xfrm>
            <a:off x="2363073" y="5390474"/>
            <a:ext cx="169652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TYRE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DRY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64F34-3518-C877-4976-92726F196476}"/>
              </a:ext>
            </a:extLst>
          </p:cNvPr>
          <p:cNvSpPr txBox="1"/>
          <p:nvPr/>
        </p:nvSpPr>
        <p:spPr>
          <a:xfrm>
            <a:off x="8212305" y="5390474"/>
            <a:ext cx="170545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REPAIR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YES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685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8478C-A36C-32BA-0682-579C9EA7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6517B4-2ACD-7ECE-4321-D2F70F0BD33A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110F6B-8C7E-491A-6DF3-3875E3CDFCB0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A62219-A9AA-516E-7EB9-4C37B5B58231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2D41365F-FB09-AF55-D643-28F304AFE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D8680F-C305-8A51-EA34-1315D626E76E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DCF1B69-D05B-35A6-452C-C122FA55AF08}"/>
              </a:ext>
            </a:extLst>
          </p:cNvPr>
          <p:cNvSpPr txBox="1"/>
          <p:nvPr/>
        </p:nvSpPr>
        <p:spPr>
          <a:xfrm>
            <a:off x="4358548" y="1748843"/>
            <a:ext cx="34645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8400" b="1" dirty="0">
                <a:solidFill>
                  <a:srgbClr val="92D050"/>
                </a:solidFill>
              </a:rPr>
              <a:t>0.3</a:t>
            </a:r>
          </a:p>
        </p:txBody>
      </p:sp>
      <p:pic>
        <p:nvPicPr>
          <p:cNvPr id="17" name="Picture 16" descr="A black and white sign with a gas pump&#10;&#10;AI-generated content may be incorrect.">
            <a:extLst>
              <a:ext uri="{FF2B5EF4-FFF2-40B4-BE49-F238E27FC236}">
                <a16:creationId xmlns:a16="http://schemas.microsoft.com/office/drawing/2014/main" id="{F2278EB8-C48C-964D-5535-FDA39E648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9822" y="1892425"/>
            <a:ext cx="1759489" cy="1689905"/>
          </a:xfrm>
          <a:prstGeom prst="rect">
            <a:avLst/>
          </a:prstGeom>
        </p:spPr>
      </p:pic>
      <p:pic>
        <p:nvPicPr>
          <p:cNvPr id="19" name="Picture 1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C191146D-A9C3-E4AB-27CE-1A646367B5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997" y="1892425"/>
            <a:ext cx="1699845" cy="168990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58F80CA-3FAB-E6F9-ABBA-ECEB53131CAD}"/>
              </a:ext>
            </a:extLst>
          </p:cNvPr>
          <p:cNvSpPr txBox="1"/>
          <p:nvPr/>
        </p:nvSpPr>
        <p:spPr>
          <a:xfrm>
            <a:off x="4989202" y="5380881"/>
            <a:ext cx="221359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GAP P13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6.5s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0416098-D047-659C-A140-87E65F0F0524}"/>
              </a:ext>
            </a:extLst>
          </p:cNvPr>
          <p:cNvCxnSpPr/>
          <p:nvPr/>
        </p:nvCxnSpPr>
        <p:spPr>
          <a:xfrm>
            <a:off x="1794687" y="535821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8CC51C-5591-E3FF-3391-F471658FF42E}"/>
              </a:ext>
            </a:extLst>
          </p:cNvPr>
          <p:cNvSpPr txBox="1"/>
          <p:nvPr/>
        </p:nvSpPr>
        <p:spPr>
          <a:xfrm>
            <a:off x="1858149" y="5380881"/>
            <a:ext cx="27269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EXIT POS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P12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B58F3D-E56B-004F-F5EB-A2322B5F135D}"/>
              </a:ext>
            </a:extLst>
          </p:cNvPr>
          <p:cNvSpPr txBox="1"/>
          <p:nvPr/>
        </p:nvSpPr>
        <p:spPr>
          <a:xfrm>
            <a:off x="7606915" y="5380881"/>
            <a:ext cx="272693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STOPS REM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2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C35E14-22C7-D9CC-7E57-C89741B6FE6F}"/>
              </a:ext>
            </a:extLst>
          </p:cNvPr>
          <p:cNvCxnSpPr/>
          <p:nvPr/>
        </p:nvCxnSpPr>
        <p:spPr>
          <a:xfrm>
            <a:off x="1794687" y="367425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D271BEC-B559-2518-6FDA-319D72758DE6}"/>
              </a:ext>
            </a:extLst>
          </p:cNvPr>
          <p:cNvSpPr txBox="1"/>
          <p:nvPr/>
        </p:nvSpPr>
        <p:spPr>
          <a:xfrm>
            <a:off x="4816517" y="3792533"/>
            <a:ext cx="257425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FF00"/>
                </a:solidFill>
              </a:rPr>
              <a:t>70%</a:t>
            </a:r>
            <a:endParaRPr lang="en-GB" sz="32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05FD5F-2E7C-583F-2D6A-9FA211D144D3}"/>
              </a:ext>
            </a:extLst>
          </p:cNvPr>
          <p:cNvSpPr txBox="1"/>
          <p:nvPr/>
        </p:nvSpPr>
        <p:spPr>
          <a:xfrm>
            <a:off x="1905158" y="3792533"/>
            <a:ext cx="27269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92D050"/>
                </a:solidFill>
              </a:rPr>
              <a:t>2.3</a:t>
            </a:r>
            <a:endParaRPr lang="en-GB" sz="32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1B6E35-F65C-8A1B-82F7-3E06EB61F3E6}"/>
              </a:ext>
            </a:extLst>
          </p:cNvPr>
          <p:cNvSpPr txBox="1"/>
          <p:nvPr/>
        </p:nvSpPr>
        <p:spPr>
          <a:xfrm>
            <a:off x="7653924" y="3792533"/>
            <a:ext cx="272693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0000"/>
                </a:solidFill>
              </a:rPr>
              <a:t>-0.5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8F158F-5B2D-53F2-3292-A76ADF2A7E5E}"/>
              </a:ext>
            </a:extLst>
          </p:cNvPr>
          <p:cNvSpPr/>
          <p:nvPr/>
        </p:nvSpPr>
        <p:spPr>
          <a:xfrm>
            <a:off x="1839295" y="396405"/>
            <a:ext cx="8513411" cy="13862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>
                <a:solidFill>
                  <a:srgbClr val="FF0000"/>
                </a:solidFill>
              </a:rPr>
              <a:t>LIMITER OFF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EE7D94-E85B-ECFD-0A4C-0954C2AED8EC}"/>
              </a:ext>
            </a:extLst>
          </p:cNvPr>
          <p:cNvSpPr txBox="1"/>
          <p:nvPr/>
        </p:nvSpPr>
        <p:spPr>
          <a:xfrm>
            <a:off x="380132" y="-21065"/>
            <a:ext cx="2174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Initial Pit Road Entry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9DCFD-419D-C2CD-177E-7B05811D4D52}"/>
              </a:ext>
            </a:extLst>
          </p:cNvPr>
          <p:cNvSpPr/>
          <p:nvPr/>
        </p:nvSpPr>
        <p:spPr>
          <a:xfrm>
            <a:off x="1863878" y="3743072"/>
            <a:ext cx="8442014" cy="15571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600" b="1" dirty="0">
                <a:solidFill>
                  <a:srgbClr val="FFFF00"/>
                </a:solidFill>
              </a:rPr>
              <a:t>120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6D0E8B-6DB9-F4C8-8186-89BABB6F788E}"/>
              </a:ext>
            </a:extLst>
          </p:cNvPr>
          <p:cNvSpPr/>
          <p:nvPr/>
        </p:nvSpPr>
        <p:spPr>
          <a:xfrm>
            <a:off x="1873022" y="5416195"/>
            <a:ext cx="8442014" cy="135778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>
                <a:solidFill>
                  <a:srgbClr val="FFFF00"/>
                </a:solidFill>
              </a:rPr>
              <a:t>MAX </a:t>
            </a:r>
            <a:r>
              <a:rPr lang="en-GB" sz="10000" b="1" dirty="0">
                <a:solidFill>
                  <a:srgbClr val="FFFF00"/>
                </a:solidFill>
              </a:rPr>
              <a:t>80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4DD42D-D2FD-87B8-166F-934C7F6C15D3}"/>
              </a:ext>
            </a:extLst>
          </p:cNvPr>
          <p:cNvSpPr/>
          <p:nvPr/>
        </p:nvSpPr>
        <p:spPr>
          <a:xfrm>
            <a:off x="426464" y="5380881"/>
            <a:ext cx="1297561" cy="1412286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rgbClr val="92D050"/>
                </a:solidFill>
              </a:rPr>
              <a:t>80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4FEA79-F1C8-F269-F3D3-952C0733CA25}"/>
              </a:ext>
            </a:extLst>
          </p:cNvPr>
          <p:cNvSpPr/>
          <p:nvPr/>
        </p:nvSpPr>
        <p:spPr>
          <a:xfrm>
            <a:off x="426464" y="1306286"/>
            <a:ext cx="1297561" cy="4032732"/>
          </a:xfrm>
          <a:prstGeom prst="rect">
            <a:avLst/>
          </a:prstGeom>
          <a:gradFill>
            <a:gsLst>
              <a:gs pos="0">
                <a:srgbClr val="FF0000"/>
              </a:gs>
              <a:gs pos="34000">
                <a:srgbClr val="FFC000"/>
              </a:gs>
              <a:gs pos="67000">
                <a:srgbClr val="FFFF00"/>
              </a:gs>
              <a:gs pos="100000">
                <a:srgbClr val="00B0F0"/>
              </a:gs>
            </a:gsLst>
            <a:lin ang="5400000" scaled="1"/>
          </a:gra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rgbClr val="252525"/>
                </a:solidFill>
              </a:rPr>
              <a:t>+40</a:t>
            </a:r>
          </a:p>
          <a:p>
            <a:pPr algn="ctr"/>
            <a:endParaRPr lang="en-GB" sz="5400" b="1" dirty="0">
              <a:solidFill>
                <a:srgbClr val="252525"/>
              </a:solidFill>
            </a:endParaRPr>
          </a:p>
          <a:p>
            <a:pPr algn="ctr"/>
            <a:endParaRPr lang="en-GB" sz="5400" b="1" dirty="0">
              <a:solidFill>
                <a:srgbClr val="252525"/>
              </a:solidFill>
            </a:endParaRPr>
          </a:p>
          <a:p>
            <a:pPr algn="ctr"/>
            <a:endParaRPr lang="en-GB" sz="5400" b="1" dirty="0">
              <a:solidFill>
                <a:srgbClr val="252525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1516171-AFFA-BFCD-7097-76934F6210B9}"/>
              </a:ext>
            </a:extLst>
          </p:cNvPr>
          <p:cNvSpPr/>
          <p:nvPr/>
        </p:nvSpPr>
        <p:spPr>
          <a:xfrm>
            <a:off x="508114" y="982435"/>
            <a:ext cx="1215911" cy="64769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791500-DF0A-7C69-4C88-8D4BBBBDF2E5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5967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F4B99-4573-45B1-7B81-420987314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699771-5F60-12F2-D1D1-032730768D69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1CE293-58D0-50FF-D353-5349B92238A9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4F0965-4FB7-6134-A155-3E4BD1437FA4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E644BA7B-010B-6FE1-6AD8-3380005EB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1BCC8C-B01A-6D18-FC1A-2626EEE6CEB2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C1F2FD-FB4E-F39C-4AF4-96279DBDDE1D}"/>
              </a:ext>
            </a:extLst>
          </p:cNvPr>
          <p:cNvSpPr txBox="1"/>
          <p:nvPr/>
        </p:nvSpPr>
        <p:spPr>
          <a:xfrm>
            <a:off x="4358548" y="1748843"/>
            <a:ext cx="34645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8400" b="1" dirty="0">
                <a:solidFill>
                  <a:srgbClr val="92D050"/>
                </a:solidFill>
              </a:rPr>
              <a:t>0.3</a:t>
            </a:r>
          </a:p>
        </p:txBody>
      </p:sp>
      <p:pic>
        <p:nvPicPr>
          <p:cNvPr id="17" name="Picture 16" descr="A black and white sign with a gas pump&#10;&#10;AI-generated content may be incorrect.">
            <a:extLst>
              <a:ext uri="{FF2B5EF4-FFF2-40B4-BE49-F238E27FC236}">
                <a16:creationId xmlns:a16="http://schemas.microsoft.com/office/drawing/2014/main" id="{1F315880-7CBC-57E5-8EF7-1B238CBB9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9840" y="1892426"/>
            <a:ext cx="1771103" cy="1701060"/>
          </a:xfrm>
          <a:prstGeom prst="rect">
            <a:avLst/>
          </a:prstGeom>
        </p:spPr>
      </p:pic>
      <p:pic>
        <p:nvPicPr>
          <p:cNvPr id="19" name="Picture 1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37955588-7AEE-48AA-51B9-26E43F3A30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2523" y="1892426"/>
            <a:ext cx="1711066" cy="17010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3905CA5-77A3-1D79-84FB-023861A1A695}"/>
              </a:ext>
            </a:extLst>
          </p:cNvPr>
          <p:cNvSpPr txBox="1"/>
          <p:nvPr/>
        </p:nvSpPr>
        <p:spPr>
          <a:xfrm>
            <a:off x="4989202" y="5380881"/>
            <a:ext cx="221359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GAP P13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6.5s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25C115-8985-2DC6-A98D-570E8BB7D715}"/>
              </a:ext>
            </a:extLst>
          </p:cNvPr>
          <p:cNvCxnSpPr/>
          <p:nvPr/>
        </p:nvCxnSpPr>
        <p:spPr>
          <a:xfrm>
            <a:off x="1794687" y="535821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32058E0-613D-6B4F-70D0-A1E1D82D9FAD}"/>
              </a:ext>
            </a:extLst>
          </p:cNvPr>
          <p:cNvSpPr txBox="1"/>
          <p:nvPr/>
        </p:nvSpPr>
        <p:spPr>
          <a:xfrm>
            <a:off x="1858149" y="5380881"/>
            <a:ext cx="27269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EXIT POS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P12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5490A5-5533-A267-C20B-6CC7E8DAF4DC}"/>
              </a:ext>
            </a:extLst>
          </p:cNvPr>
          <p:cNvSpPr txBox="1"/>
          <p:nvPr/>
        </p:nvSpPr>
        <p:spPr>
          <a:xfrm>
            <a:off x="7606915" y="5380881"/>
            <a:ext cx="272693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STOPS REM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2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CDCE32-5511-8AB2-550E-FCC655B794AF}"/>
              </a:ext>
            </a:extLst>
          </p:cNvPr>
          <p:cNvCxnSpPr/>
          <p:nvPr/>
        </p:nvCxnSpPr>
        <p:spPr>
          <a:xfrm>
            <a:off x="1794687" y="367425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94B4F91-E24C-74AD-0720-D380BD422D70}"/>
              </a:ext>
            </a:extLst>
          </p:cNvPr>
          <p:cNvSpPr txBox="1"/>
          <p:nvPr/>
        </p:nvSpPr>
        <p:spPr>
          <a:xfrm>
            <a:off x="4816517" y="3792533"/>
            <a:ext cx="257425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FF00"/>
                </a:solidFill>
              </a:rPr>
              <a:t>70%</a:t>
            </a:r>
            <a:endParaRPr lang="en-GB" sz="32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48AE71-8E06-93E6-B3AB-E6ABAB51D231}"/>
              </a:ext>
            </a:extLst>
          </p:cNvPr>
          <p:cNvSpPr txBox="1"/>
          <p:nvPr/>
        </p:nvSpPr>
        <p:spPr>
          <a:xfrm>
            <a:off x="1905158" y="3792533"/>
            <a:ext cx="27269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92D050"/>
                </a:solidFill>
              </a:rPr>
              <a:t>2.3</a:t>
            </a:r>
            <a:endParaRPr lang="en-GB" sz="32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244C52-1C1F-92E4-21A8-A6FF14F44050}"/>
              </a:ext>
            </a:extLst>
          </p:cNvPr>
          <p:cNvSpPr txBox="1"/>
          <p:nvPr/>
        </p:nvSpPr>
        <p:spPr>
          <a:xfrm>
            <a:off x="7653924" y="3792533"/>
            <a:ext cx="272693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0000"/>
                </a:solidFill>
              </a:rPr>
              <a:t>-0.5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ABF88D-3711-5CC6-6632-8830099312A9}"/>
              </a:ext>
            </a:extLst>
          </p:cNvPr>
          <p:cNvSpPr txBox="1"/>
          <p:nvPr/>
        </p:nvSpPr>
        <p:spPr>
          <a:xfrm>
            <a:off x="380132" y="-21065"/>
            <a:ext cx="2174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Initial Pit Road Entry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5547CF-EC34-7AC5-445B-584D8730F352}"/>
              </a:ext>
            </a:extLst>
          </p:cNvPr>
          <p:cNvSpPr/>
          <p:nvPr/>
        </p:nvSpPr>
        <p:spPr>
          <a:xfrm>
            <a:off x="1863878" y="3743072"/>
            <a:ext cx="8442014" cy="1557154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600" b="1" dirty="0">
                <a:solidFill>
                  <a:srgbClr val="92D050"/>
                </a:solidFill>
              </a:rPr>
              <a:t>59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804FEA-1A4A-49A7-B8FD-185E09DFE7AF}"/>
              </a:ext>
            </a:extLst>
          </p:cNvPr>
          <p:cNvSpPr/>
          <p:nvPr/>
        </p:nvSpPr>
        <p:spPr>
          <a:xfrm>
            <a:off x="1873022" y="5416195"/>
            <a:ext cx="8442014" cy="135778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>
                <a:solidFill>
                  <a:srgbClr val="FFFF00"/>
                </a:solidFill>
              </a:rPr>
              <a:t>MAX </a:t>
            </a:r>
            <a:r>
              <a:rPr lang="en-GB" sz="10000" b="1" dirty="0">
                <a:solidFill>
                  <a:srgbClr val="FFFF00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9D85E8-957C-7D27-D1D8-58A83F50E30C}"/>
              </a:ext>
            </a:extLst>
          </p:cNvPr>
          <p:cNvSpPr/>
          <p:nvPr/>
        </p:nvSpPr>
        <p:spPr>
          <a:xfrm>
            <a:off x="1877003" y="415259"/>
            <a:ext cx="8428693" cy="1348618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/>
              <a:t>LIMITER 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95D12-E587-80F0-3B19-DF10F742EC2D}"/>
              </a:ext>
            </a:extLst>
          </p:cNvPr>
          <p:cNvSpPr/>
          <p:nvPr/>
        </p:nvSpPr>
        <p:spPr>
          <a:xfrm>
            <a:off x="426464" y="5380881"/>
            <a:ext cx="1297561" cy="1412286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rgbClr val="92D050"/>
                </a:solidFill>
              </a:rPr>
              <a:t>60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35771F9-2EED-9CF2-AD5D-48D19F3F4EF9}"/>
              </a:ext>
            </a:extLst>
          </p:cNvPr>
          <p:cNvSpPr/>
          <p:nvPr/>
        </p:nvSpPr>
        <p:spPr>
          <a:xfrm>
            <a:off x="497722" y="5038725"/>
            <a:ext cx="1215911" cy="64769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64E2C3-227C-1F0B-4E94-FC162374E8C9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7550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1AD4A-12E4-020F-F1AA-8C175246D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245037-C0C7-CA1E-91B1-FD42EDEF84C6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4273C0-1461-263B-5FF4-6214192A65F0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69CCE5-3371-306A-698E-0F76904EDE49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0E21BC03-E0C8-683F-AAAD-93BFEE729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3" y="377551"/>
            <a:ext cx="1390526" cy="6396431"/>
          </a:xfrm>
          <a:prstGeom prst="rect">
            <a:avLst/>
          </a:prstGeom>
        </p:spPr>
      </p:pic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4E8C7705-3776-45CE-06E4-0876B87FDF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AC9C5D-D88E-8179-DF0C-D2F6E569AB26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400B26E-8D9E-A496-91D7-14F60D25CE9D}"/>
              </a:ext>
            </a:extLst>
          </p:cNvPr>
          <p:cNvSpPr txBox="1"/>
          <p:nvPr/>
        </p:nvSpPr>
        <p:spPr>
          <a:xfrm>
            <a:off x="4358548" y="1748843"/>
            <a:ext cx="34645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8400" b="1" dirty="0">
                <a:solidFill>
                  <a:srgbClr val="92D050"/>
                </a:solidFill>
              </a:rPr>
              <a:t>0.3</a:t>
            </a:r>
          </a:p>
        </p:txBody>
      </p:sp>
      <p:pic>
        <p:nvPicPr>
          <p:cNvPr id="17" name="Picture 16" descr="A black and white sign with a gas pump&#10;&#10;AI-generated content may be incorrect.">
            <a:extLst>
              <a:ext uri="{FF2B5EF4-FFF2-40B4-BE49-F238E27FC236}">
                <a16:creationId xmlns:a16="http://schemas.microsoft.com/office/drawing/2014/main" id="{39B979DF-1B13-14A6-3907-749B6C2AC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8502" y="1901756"/>
            <a:ext cx="1722319" cy="1654205"/>
          </a:xfrm>
          <a:prstGeom prst="rect">
            <a:avLst/>
          </a:prstGeom>
        </p:spPr>
      </p:pic>
      <p:pic>
        <p:nvPicPr>
          <p:cNvPr id="19" name="Picture 1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4E754B16-F9AE-547D-1251-3D9D4E7072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1184" y="1901756"/>
            <a:ext cx="1663935" cy="165420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25B5A9-87C4-34A7-C544-441C9E2DABE8}"/>
              </a:ext>
            </a:extLst>
          </p:cNvPr>
          <p:cNvCxnSpPr/>
          <p:nvPr/>
        </p:nvCxnSpPr>
        <p:spPr>
          <a:xfrm>
            <a:off x="1794687" y="535821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DCB6810-1869-848A-E786-06CE3AFB0434}"/>
              </a:ext>
            </a:extLst>
          </p:cNvPr>
          <p:cNvSpPr txBox="1"/>
          <p:nvPr/>
        </p:nvSpPr>
        <p:spPr>
          <a:xfrm>
            <a:off x="5019270" y="5388683"/>
            <a:ext cx="215346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STOP TIME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0s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FFA77F-789F-E043-23C3-230A1FA0BA16}"/>
              </a:ext>
            </a:extLst>
          </p:cNvPr>
          <p:cNvCxnSpPr/>
          <p:nvPr/>
        </p:nvCxnSpPr>
        <p:spPr>
          <a:xfrm>
            <a:off x="1794687" y="367425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A1F055A-16AC-ECA0-0FCA-5E11EDA973A0}"/>
              </a:ext>
            </a:extLst>
          </p:cNvPr>
          <p:cNvSpPr txBox="1"/>
          <p:nvPr/>
        </p:nvSpPr>
        <p:spPr>
          <a:xfrm>
            <a:off x="4816517" y="3792533"/>
            <a:ext cx="257425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FF00"/>
                </a:solidFill>
              </a:rPr>
              <a:t>70%</a:t>
            </a:r>
            <a:endParaRPr lang="en-GB" sz="32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03C13E-B2F6-9988-BC3D-BCCAB0379428}"/>
              </a:ext>
            </a:extLst>
          </p:cNvPr>
          <p:cNvSpPr txBox="1"/>
          <p:nvPr/>
        </p:nvSpPr>
        <p:spPr>
          <a:xfrm>
            <a:off x="1905159" y="3792533"/>
            <a:ext cx="168616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92D050"/>
                </a:solidFill>
              </a:rPr>
              <a:t>2.3</a:t>
            </a:r>
            <a:endParaRPr lang="en-GB" sz="32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E66E00-7B52-33AD-D052-FBAEFEDB8075}"/>
              </a:ext>
            </a:extLst>
          </p:cNvPr>
          <p:cNvSpPr txBox="1"/>
          <p:nvPr/>
        </p:nvSpPr>
        <p:spPr>
          <a:xfrm>
            <a:off x="8615968" y="3792533"/>
            <a:ext cx="176489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0000"/>
                </a:solidFill>
              </a:rPr>
              <a:t>-0.5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EB2C9E-4F50-9F0A-5904-E0D807F8CC3C}"/>
              </a:ext>
            </a:extLst>
          </p:cNvPr>
          <p:cNvSpPr/>
          <p:nvPr/>
        </p:nvSpPr>
        <p:spPr>
          <a:xfrm>
            <a:off x="1877003" y="415259"/>
            <a:ext cx="8428693" cy="1348618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/>
              <a:t>LIMITER 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27285D-F376-D6F0-2848-2EF76EA47D7E}"/>
              </a:ext>
            </a:extLst>
          </p:cNvPr>
          <p:cNvSpPr txBox="1"/>
          <p:nvPr/>
        </p:nvSpPr>
        <p:spPr>
          <a:xfrm>
            <a:off x="380132" y="-21065"/>
            <a:ext cx="3809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Approaching Box (Past Pit Entry Line)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3361C3-5C89-467E-C282-2B89CA9ECAFC}"/>
              </a:ext>
            </a:extLst>
          </p:cNvPr>
          <p:cNvSpPr txBox="1"/>
          <p:nvPr/>
        </p:nvSpPr>
        <p:spPr>
          <a:xfrm>
            <a:off x="1894791" y="5383928"/>
            <a:ext cx="169652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TYRE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DRY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E64CC8-10C8-B913-3378-70CE9C43F165}"/>
              </a:ext>
            </a:extLst>
          </p:cNvPr>
          <p:cNvSpPr txBox="1"/>
          <p:nvPr/>
        </p:nvSpPr>
        <p:spPr>
          <a:xfrm>
            <a:off x="8657840" y="5388683"/>
            <a:ext cx="170545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REPAIR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YES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8FAB18-0A1A-1157-E45C-0231B68869E5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4603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CD710-E6F7-9C7C-E564-D1B4683D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7E91B2-FCB3-93BC-514A-0BE17C5EA46B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4A33A-45D8-EF60-30F2-50D5A2D72A69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EC20D4-F56E-1BDC-883A-19E8893C13A3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099299AC-7E3B-E017-BAC2-0F80345A9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029574-6595-5147-1CCA-57E64E683449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C5447A9-4D91-E92F-0263-D6DC35DE22D8}"/>
              </a:ext>
            </a:extLst>
          </p:cNvPr>
          <p:cNvSpPr txBox="1"/>
          <p:nvPr/>
        </p:nvSpPr>
        <p:spPr>
          <a:xfrm>
            <a:off x="4358548" y="1748843"/>
            <a:ext cx="34645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8400" b="1" dirty="0">
                <a:solidFill>
                  <a:srgbClr val="92D050"/>
                </a:solidFill>
              </a:rPr>
              <a:t>0.3</a:t>
            </a:r>
          </a:p>
        </p:txBody>
      </p:sp>
      <p:pic>
        <p:nvPicPr>
          <p:cNvPr id="17" name="Picture 16" descr="A black and white sign with a gas pump&#10;&#10;AI-generated content may be incorrect.">
            <a:extLst>
              <a:ext uri="{FF2B5EF4-FFF2-40B4-BE49-F238E27FC236}">
                <a16:creationId xmlns:a16="http://schemas.microsoft.com/office/drawing/2014/main" id="{FE3CB259-B882-2C6D-1088-7AA1E0378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172" y="1901757"/>
            <a:ext cx="1733846" cy="1665276"/>
          </a:xfrm>
          <a:prstGeom prst="rect">
            <a:avLst/>
          </a:prstGeom>
        </p:spPr>
      </p:pic>
      <p:pic>
        <p:nvPicPr>
          <p:cNvPr id="19" name="Picture 1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BC00C47E-4191-DCEB-995F-5A91F3DBD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854" y="1901756"/>
            <a:ext cx="1675072" cy="166527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E643309-5E4A-89E8-0388-1DDC24A133A8}"/>
              </a:ext>
            </a:extLst>
          </p:cNvPr>
          <p:cNvCxnSpPr/>
          <p:nvPr/>
        </p:nvCxnSpPr>
        <p:spPr>
          <a:xfrm>
            <a:off x="1794687" y="535821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38EB473-4AE9-745A-399A-851521C96CEB}"/>
              </a:ext>
            </a:extLst>
          </p:cNvPr>
          <p:cNvSpPr txBox="1"/>
          <p:nvPr/>
        </p:nvSpPr>
        <p:spPr>
          <a:xfrm>
            <a:off x="5019270" y="5388683"/>
            <a:ext cx="215346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STOP TIME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3.0s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B69EB2-25A8-31F2-C272-C04BE0D3BB81}"/>
              </a:ext>
            </a:extLst>
          </p:cNvPr>
          <p:cNvCxnSpPr/>
          <p:nvPr/>
        </p:nvCxnSpPr>
        <p:spPr>
          <a:xfrm>
            <a:off x="1794687" y="367425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279970A-9A8E-B7B1-C06A-1BBAAD7C187D}"/>
              </a:ext>
            </a:extLst>
          </p:cNvPr>
          <p:cNvSpPr txBox="1"/>
          <p:nvPr/>
        </p:nvSpPr>
        <p:spPr>
          <a:xfrm>
            <a:off x="4816517" y="3792533"/>
            <a:ext cx="257425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FF00"/>
                </a:solidFill>
              </a:rPr>
              <a:t>70%</a:t>
            </a:r>
            <a:endParaRPr lang="en-GB" sz="32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54749C-8170-8679-F0F5-C2C65A3D8744}"/>
              </a:ext>
            </a:extLst>
          </p:cNvPr>
          <p:cNvSpPr txBox="1"/>
          <p:nvPr/>
        </p:nvSpPr>
        <p:spPr>
          <a:xfrm>
            <a:off x="1905159" y="3792533"/>
            <a:ext cx="168616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92D050"/>
                </a:solidFill>
              </a:rPr>
              <a:t>2.3</a:t>
            </a:r>
            <a:endParaRPr lang="en-GB" sz="32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BEA803-B375-4ED5-B8DD-C1507B5F339A}"/>
              </a:ext>
            </a:extLst>
          </p:cNvPr>
          <p:cNvSpPr txBox="1"/>
          <p:nvPr/>
        </p:nvSpPr>
        <p:spPr>
          <a:xfrm>
            <a:off x="8615968" y="3792533"/>
            <a:ext cx="176489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0000"/>
                </a:solidFill>
              </a:rPr>
              <a:t>-0.5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977900-3C7A-6D0F-E1B1-BE29DFF81BF4}"/>
              </a:ext>
            </a:extLst>
          </p:cNvPr>
          <p:cNvSpPr/>
          <p:nvPr/>
        </p:nvSpPr>
        <p:spPr>
          <a:xfrm>
            <a:off x="1848722" y="415259"/>
            <a:ext cx="8484194" cy="1348618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/>
              <a:t>LIMITER 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F41499-2BA3-B1B0-2231-EC338B94F1A0}"/>
              </a:ext>
            </a:extLst>
          </p:cNvPr>
          <p:cNvSpPr txBox="1"/>
          <p:nvPr/>
        </p:nvSpPr>
        <p:spPr>
          <a:xfrm>
            <a:off x="380132" y="-21065"/>
            <a:ext cx="782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Box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CAE633-081F-7B35-5A72-DB6F59FFF273}"/>
              </a:ext>
            </a:extLst>
          </p:cNvPr>
          <p:cNvSpPr txBox="1"/>
          <p:nvPr/>
        </p:nvSpPr>
        <p:spPr>
          <a:xfrm>
            <a:off x="1894791" y="5383928"/>
            <a:ext cx="169652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TYRE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DRY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87E3AD-9A15-B54F-76FD-FF38846ECA54}"/>
              </a:ext>
            </a:extLst>
          </p:cNvPr>
          <p:cNvSpPr txBox="1"/>
          <p:nvPr/>
        </p:nvSpPr>
        <p:spPr>
          <a:xfrm>
            <a:off x="8657840" y="5388683"/>
            <a:ext cx="170545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REPAIR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YES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924B4-A52F-63BA-8FCD-800B280AD947}"/>
              </a:ext>
            </a:extLst>
          </p:cNvPr>
          <p:cNvSpPr txBox="1"/>
          <p:nvPr/>
        </p:nvSpPr>
        <p:spPr>
          <a:xfrm rot="16200000">
            <a:off x="-1846319" y="3105735"/>
            <a:ext cx="58409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OPPONENT LADDER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CF875-FE86-BEC0-8B36-B8C74C731698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63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B5BAE-05D9-240C-2404-FA647FA1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ABA26E-6E2F-8FCA-1869-45ECD41815F8}"/>
              </a:ext>
            </a:extLst>
          </p:cNvPr>
          <p:cNvSpPr/>
          <p:nvPr/>
        </p:nvSpPr>
        <p:spPr>
          <a:xfrm>
            <a:off x="342440" y="341955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49FA5E-324F-0B6B-DE96-08467633FAE2}"/>
              </a:ext>
            </a:extLst>
          </p:cNvPr>
          <p:cNvSpPr/>
          <p:nvPr/>
        </p:nvSpPr>
        <p:spPr>
          <a:xfrm>
            <a:off x="1937882" y="3615647"/>
            <a:ext cx="7971228" cy="10036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0012C0"/>
                </a:solidFill>
              </a:rPr>
              <a:t>TURN ON LIMITER</a:t>
            </a:r>
            <a:endParaRPr lang="en-GB" sz="4800" b="1" dirty="0">
              <a:solidFill>
                <a:srgbClr val="0012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A30FD-AE52-EF50-6FB8-4211A24F9AE2}"/>
              </a:ext>
            </a:extLst>
          </p:cNvPr>
          <p:cNvSpPr txBox="1"/>
          <p:nvPr/>
        </p:nvSpPr>
        <p:spPr>
          <a:xfrm>
            <a:off x="251927" y="-21065"/>
            <a:ext cx="229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Box Messages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AB531-8316-2192-E7DA-3B5D0687A07E}"/>
              </a:ext>
            </a:extLst>
          </p:cNvPr>
          <p:cNvSpPr/>
          <p:nvPr/>
        </p:nvSpPr>
        <p:spPr>
          <a:xfrm>
            <a:off x="1937882" y="1486142"/>
            <a:ext cx="7971228" cy="10036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FFFF00"/>
                </a:solidFill>
              </a:rPr>
              <a:t>ENGINE OFF</a:t>
            </a:r>
            <a:endParaRPr lang="en-GB" sz="5400" b="1" dirty="0">
              <a:solidFill>
                <a:srgbClr val="FFFF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634699-78B7-14FD-10D4-6D5C43B3C0DE}"/>
              </a:ext>
            </a:extLst>
          </p:cNvPr>
          <p:cNvSpPr/>
          <p:nvPr/>
        </p:nvSpPr>
        <p:spPr>
          <a:xfrm>
            <a:off x="1937882" y="415606"/>
            <a:ext cx="7971228" cy="10036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FFFF00"/>
                </a:solidFill>
              </a:rPr>
              <a:t>IGNITION OFF</a:t>
            </a:r>
            <a:endParaRPr lang="en-GB" sz="5400" b="1" dirty="0">
              <a:solidFill>
                <a:srgbClr val="FFF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3E4774-AEBD-E5BD-01B7-9AF974E22AE6}"/>
              </a:ext>
            </a:extLst>
          </p:cNvPr>
          <p:cNvSpPr/>
          <p:nvPr/>
        </p:nvSpPr>
        <p:spPr>
          <a:xfrm>
            <a:off x="1937882" y="2552664"/>
            <a:ext cx="7971228" cy="10036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0012C0"/>
                </a:solidFill>
              </a:rPr>
              <a:t>SELECT 1</a:t>
            </a:r>
            <a:r>
              <a:rPr lang="en-GB" sz="7200" b="1" baseline="30000" dirty="0">
                <a:solidFill>
                  <a:srgbClr val="0012C0"/>
                </a:solidFill>
              </a:rPr>
              <a:t>st</a:t>
            </a:r>
            <a:r>
              <a:rPr lang="en-GB" sz="7200" b="1" dirty="0">
                <a:solidFill>
                  <a:srgbClr val="0012C0"/>
                </a:solidFill>
              </a:rPr>
              <a:t> GEAR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2A501-8EBD-D592-EFCA-D19C3ECFCAFA}"/>
              </a:ext>
            </a:extLst>
          </p:cNvPr>
          <p:cNvSpPr/>
          <p:nvPr/>
        </p:nvSpPr>
        <p:spPr>
          <a:xfrm>
            <a:off x="1937882" y="4678630"/>
            <a:ext cx="7971228" cy="100369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0012C0"/>
                </a:solidFill>
              </a:rPr>
              <a:t>GO </a:t>
            </a:r>
            <a:r>
              <a:rPr lang="en-GB" sz="7200" b="1" dirty="0" err="1">
                <a:solidFill>
                  <a:srgbClr val="0012C0"/>
                </a:solidFill>
              </a:rPr>
              <a:t>GO</a:t>
            </a:r>
            <a:r>
              <a:rPr lang="en-GB" sz="7200" b="1" dirty="0">
                <a:solidFill>
                  <a:srgbClr val="0012C0"/>
                </a:solidFill>
              </a:rPr>
              <a:t> </a:t>
            </a:r>
            <a:r>
              <a:rPr lang="en-GB" sz="7200" b="1" dirty="0" err="1">
                <a:solidFill>
                  <a:srgbClr val="0012C0"/>
                </a:solidFill>
              </a:rPr>
              <a:t>GO</a:t>
            </a:r>
            <a:endParaRPr lang="en-GB" sz="4800" b="1" dirty="0">
              <a:solidFill>
                <a:srgbClr val="0012C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D8B4C0-1A03-9978-EDD4-C3FF109F90B1}"/>
              </a:ext>
            </a:extLst>
          </p:cNvPr>
          <p:cNvSpPr/>
          <p:nvPr/>
        </p:nvSpPr>
        <p:spPr>
          <a:xfrm>
            <a:off x="1937882" y="5741613"/>
            <a:ext cx="7971228" cy="1003690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FFFF00"/>
                </a:solidFill>
              </a:rPr>
              <a:t>LIMITER ON</a:t>
            </a:r>
            <a:endParaRPr lang="en-GB" sz="4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293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8A928-FB75-EBEC-6EEB-EE47698FF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CEAD5C-0E1C-89F1-09C2-CC45C6C1C595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A99EA8-F3EC-DA3A-FB15-853C1A77C481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B51F5-5B1B-6754-1ABF-A98288838A34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8611B451-A2AE-5A36-6A33-AC95CD644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B0B067-445C-F52C-60E5-EAC899193FC3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45745E1-BA2B-F1F4-C761-ED78961099A9}"/>
              </a:ext>
            </a:extLst>
          </p:cNvPr>
          <p:cNvSpPr txBox="1"/>
          <p:nvPr/>
        </p:nvSpPr>
        <p:spPr>
          <a:xfrm>
            <a:off x="4358548" y="1748843"/>
            <a:ext cx="34645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DELTA</a:t>
            </a:r>
            <a:b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8400" b="1" dirty="0">
                <a:solidFill>
                  <a:srgbClr val="92D050"/>
                </a:solidFill>
              </a:rPr>
              <a:t>0.3</a:t>
            </a:r>
          </a:p>
        </p:txBody>
      </p:sp>
      <p:pic>
        <p:nvPicPr>
          <p:cNvPr id="17" name="Picture 16" descr="A black and white sign with a gas pump&#10;&#10;AI-generated content may be incorrect.">
            <a:extLst>
              <a:ext uri="{FF2B5EF4-FFF2-40B4-BE49-F238E27FC236}">
                <a16:creationId xmlns:a16="http://schemas.microsoft.com/office/drawing/2014/main" id="{E0805EDC-6A1A-87E1-D2EE-32ADCEC1B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172" y="1892426"/>
            <a:ext cx="1743608" cy="1674652"/>
          </a:xfrm>
          <a:prstGeom prst="rect">
            <a:avLst/>
          </a:prstGeom>
        </p:spPr>
      </p:pic>
      <p:pic>
        <p:nvPicPr>
          <p:cNvPr id="19" name="Picture 1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F1E9148E-6E47-733E-D3B1-405CAEAC2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853" y="1892426"/>
            <a:ext cx="1684503" cy="167465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DEC563D-71E2-9F59-C8AB-956909E7BB53}"/>
              </a:ext>
            </a:extLst>
          </p:cNvPr>
          <p:cNvSpPr txBox="1"/>
          <p:nvPr/>
        </p:nvSpPr>
        <p:spPr>
          <a:xfrm>
            <a:off x="4989202" y="5380881"/>
            <a:ext cx="221359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GAP P13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6.5s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AE8B9F-BC0C-D4A7-0861-93B89721D3A8}"/>
              </a:ext>
            </a:extLst>
          </p:cNvPr>
          <p:cNvCxnSpPr/>
          <p:nvPr/>
        </p:nvCxnSpPr>
        <p:spPr>
          <a:xfrm>
            <a:off x="1794687" y="5358210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8CD7E60-6C86-BBF0-7125-6A460B29D587}"/>
              </a:ext>
            </a:extLst>
          </p:cNvPr>
          <p:cNvSpPr txBox="1"/>
          <p:nvPr/>
        </p:nvSpPr>
        <p:spPr>
          <a:xfrm>
            <a:off x="1858149" y="5380881"/>
            <a:ext cx="27269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EXIT POS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P12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E5D5BC-4219-4AD9-D21B-A97BA96AFCB9}"/>
              </a:ext>
            </a:extLst>
          </p:cNvPr>
          <p:cNvSpPr txBox="1"/>
          <p:nvPr/>
        </p:nvSpPr>
        <p:spPr>
          <a:xfrm>
            <a:off x="7606915" y="5380881"/>
            <a:ext cx="272693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STOPS REM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2</a:t>
            </a:r>
            <a:endParaRPr lang="en-GB" sz="32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98BA81-6C1A-ED55-BB68-6D7973AB3CD7}"/>
              </a:ext>
            </a:extLst>
          </p:cNvPr>
          <p:cNvCxnSpPr/>
          <p:nvPr/>
        </p:nvCxnSpPr>
        <p:spPr>
          <a:xfrm>
            <a:off x="1794687" y="3674252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599C52F-1D03-2672-507A-675FC2E92BAB}"/>
              </a:ext>
            </a:extLst>
          </p:cNvPr>
          <p:cNvSpPr txBox="1"/>
          <p:nvPr/>
        </p:nvSpPr>
        <p:spPr>
          <a:xfrm>
            <a:off x="4816517" y="3792533"/>
            <a:ext cx="257425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FF00"/>
                </a:solidFill>
              </a:rPr>
              <a:t>70%</a:t>
            </a:r>
            <a:endParaRPr lang="en-GB" sz="32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578390-3865-DD29-6E04-A9AC00091C57}"/>
              </a:ext>
            </a:extLst>
          </p:cNvPr>
          <p:cNvSpPr txBox="1"/>
          <p:nvPr/>
        </p:nvSpPr>
        <p:spPr>
          <a:xfrm>
            <a:off x="1905158" y="3792533"/>
            <a:ext cx="27269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92D050"/>
                </a:solidFill>
              </a:rPr>
              <a:t>2.3</a:t>
            </a:r>
            <a:endParaRPr lang="en-GB" sz="32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CA9127-375B-6C5A-233E-CB2AFBD08C79}"/>
              </a:ext>
            </a:extLst>
          </p:cNvPr>
          <p:cNvSpPr txBox="1"/>
          <p:nvPr/>
        </p:nvSpPr>
        <p:spPr>
          <a:xfrm>
            <a:off x="7653924" y="3792533"/>
            <a:ext cx="272693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5400" b="1" dirty="0">
                <a:solidFill>
                  <a:srgbClr val="FF0000"/>
                </a:solidFill>
              </a:rPr>
              <a:t>-0.5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508209-594A-2DCF-9564-621BD4DD76F0}"/>
              </a:ext>
            </a:extLst>
          </p:cNvPr>
          <p:cNvSpPr/>
          <p:nvPr/>
        </p:nvSpPr>
        <p:spPr>
          <a:xfrm>
            <a:off x="1877003" y="424686"/>
            <a:ext cx="8428693" cy="1348618"/>
          </a:xfrm>
          <a:prstGeom prst="rect">
            <a:avLst/>
          </a:prstGeom>
          <a:solidFill>
            <a:srgbClr val="0012C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/>
              <a:t>LIMITER 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0E58A6-52D1-77D0-E603-818FF24D0AF4}"/>
              </a:ext>
            </a:extLst>
          </p:cNvPr>
          <p:cNvSpPr txBox="1"/>
          <p:nvPr/>
        </p:nvSpPr>
        <p:spPr>
          <a:xfrm>
            <a:off x="380132" y="-21065"/>
            <a:ext cx="1250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Exiting Box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DC0D9-50B1-D8E9-4279-C01BB2FC505B}"/>
              </a:ext>
            </a:extLst>
          </p:cNvPr>
          <p:cNvSpPr txBox="1"/>
          <p:nvPr/>
        </p:nvSpPr>
        <p:spPr>
          <a:xfrm rot="16200000">
            <a:off x="-1846319" y="3105735"/>
            <a:ext cx="58409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OPPONENT LADDER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712AF3-09C0-2121-463C-5CE7EA6CEBB2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248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FD8DB-78A4-F01B-9041-18ADB496C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17A231-3854-8ED9-976C-9DF2E0CD09AD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3ECA26-DBC2-FE65-3E5F-3F7B9E02BC67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6A925-0D71-C64E-2FB9-201B3CA802AE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BA3CAA2E-47D4-E9D7-3D8C-017E64363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84E6B2-9B8B-2B2D-56BB-C1C88F967FD4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E1868B3-5E0D-37DA-8786-0E2C2AC73D9F}"/>
              </a:ext>
            </a:extLst>
          </p:cNvPr>
          <p:cNvSpPr txBox="1"/>
          <p:nvPr/>
        </p:nvSpPr>
        <p:spPr>
          <a:xfrm>
            <a:off x="2645046" y="3429000"/>
            <a:ext cx="7023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REJOIN DISPLAY</a:t>
            </a:r>
            <a:endParaRPr lang="en-GB" sz="13800" b="1" dirty="0">
              <a:solidFill>
                <a:srgbClr val="92D05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E49FDF-0BB0-30F2-B031-2CD4DDF5A947}"/>
              </a:ext>
            </a:extLst>
          </p:cNvPr>
          <p:cNvSpPr/>
          <p:nvPr/>
        </p:nvSpPr>
        <p:spPr>
          <a:xfrm>
            <a:off x="1839295" y="377550"/>
            <a:ext cx="8503048" cy="13995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0012C0"/>
                </a:solidFill>
              </a:rPr>
              <a:t>TURN OFF LIMITER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9494F8-74C3-41C4-C732-A91A3B89AEBF}"/>
              </a:ext>
            </a:extLst>
          </p:cNvPr>
          <p:cNvSpPr txBox="1"/>
          <p:nvPr/>
        </p:nvSpPr>
        <p:spPr>
          <a:xfrm>
            <a:off x="380132" y="-21065"/>
            <a:ext cx="1259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Exiting Pits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4F3BA9-7578-FC0B-F482-F363CCBBF8FE}"/>
              </a:ext>
            </a:extLst>
          </p:cNvPr>
          <p:cNvSpPr txBox="1"/>
          <p:nvPr/>
        </p:nvSpPr>
        <p:spPr>
          <a:xfrm rot="16200000">
            <a:off x="-1839902" y="3105735"/>
            <a:ext cx="58281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BURN LADDER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FD9184-6FCE-461F-0B86-2BC1B69ABBD6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A close-up of a warning sign&#10;&#10;AI-generated content may be incorrect.">
            <a:extLst>
              <a:ext uri="{FF2B5EF4-FFF2-40B4-BE49-F238E27FC236}">
                <a16:creationId xmlns:a16="http://schemas.microsoft.com/office/drawing/2014/main" id="{391DB477-99A2-9868-E461-43A086218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291" y="1843071"/>
            <a:ext cx="8503052" cy="495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60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4A5E0-8207-29BB-B553-F4B34E0B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058DB7-6B2F-F176-723D-C2B970E45CB6}"/>
              </a:ext>
            </a:extLst>
          </p:cNvPr>
          <p:cNvSpPr/>
          <p:nvPr/>
        </p:nvSpPr>
        <p:spPr>
          <a:xfrm>
            <a:off x="342440" y="341955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A74555-A0DD-E511-AC25-CE2A1901129D}"/>
              </a:ext>
            </a:extLst>
          </p:cNvPr>
          <p:cNvSpPr/>
          <p:nvPr/>
        </p:nvSpPr>
        <p:spPr>
          <a:xfrm>
            <a:off x="1848722" y="415259"/>
            <a:ext cx="8484194" cy="13486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rgbClr val="FFFF00"/>
                </a:solidFill>
              </a:rPr>
              <a:t>PIT WINDOW CLOSED</a:t>
            </a:r>
          </a:p>
          <a:p>
            <a:pPr algn="ctr"/>
            <a:r>
              <a:rPr lang="en-GB" sz="3600" b="1" dirty="0">
                <a:solidFill>
                  <a:srgbClr val="FFFF00"/>
                </a:solidFill>
              </a:rPr>
              <a:t>TANK SPACE  -6l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2B4DB-4806-4728-EAF1-1CDB5A3BBA1C}"/>
              </a:ext>
            </a:extLst>
          </p:cNvPr>
          <p:cNvSpPr txBox="1"/>
          <p:nvPr/>
        </p:nvSpPr>
        <p:spPr>
          <a:xfrm>
            <a:off x="251927" y="-21065"/>
            <a:ext cx="229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 Track Messages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4810FA-7F50-2251-DD43-FCF25312D5F2}"/>
              </a:ext>
            </a:extLst>
          </p:cNvPr>
          <p:cNvSpPr/>
          <p:nvPr/>
        </p:nvSpPr>
        <p:spPr>
          <a:xfrm>
            <a:off x="1848722" y="5190402"/>
            <a:ext cx="8484194" cy="1348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/>
              <a:t>CLEAR PUSH</a:t>
            </a:r>
          </a:p>
          <a:p>
            <a:pPr algn="ctr"/>
            <a:r>
              <a:rPr lang="en-GB" sz="3600" b="1" dirty="0">
                <a:solidFill>
                  <a:schemeClr val="bg1"/>
                </a:solidFill>
              </a:rPr>
              <a:t>TARGET 3.41 / UNRESTRICTED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1012E8-D7BE-C5FF-29DD-9C72498A2993}"/>
              </a:ext>
            </a:extLst>
          </p:cNvPr>
          <p:cNvSpPr/>
          <p:nvPr/>
        </p:nvSpPr>
        <p:spPr>
          <a:xfrm>
            <a:off x="1848722" y="3596109"/>
            <a:ext cx="8484194" cy="13486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rgbClr val="0012C0"/>
                </a:solidFill>
              </a:rPr>
              <a:t>MUST FUEL SAVE</a:t>
            </a:r>
          </a:p>
          <a:p>
            <a:pPr algn="ctr"/>
            <a:r>
              <a:rPr lang="en-GB" sz="3600" b="1" dirty="0">
                <a:solidFill>
                  <a:srgbClr val="0012C0"/>
                </a:solidFill>
              </a:rPr>
              <a:t>TARGET 3.25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28737-DB4C-6982-8EB3-088D3DCD13E4}"/>
              </a:ext>
            </a:extLst>
          </p:cNvPr>
          <p:cNvSpPr/>
          <p:nvPr/>
        </p:nvSpPr>
        <p:spPr>
          <a:xfrm>
            <a:off x="1848722" y="2005684"/>
            <a:ext cx="8484194" cy="1348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PIT WINDOW OPEN L12 – L20</a:t>
            </a:r>
          </a:p>
          <a:p>
            <a:pPr algn="ctr"/>
            <a:r>
              <a:rPr lang="en-GB" sz="3600" b="1" dirty="0"/>
              <a:t>30l + DRY + Repair = 26s</a:t>
            </a:r>
          </a:p>
        </p:txBody>
      </p:sp>
    </p:spTree>
    <p:extLst>
      <p:ext uri="{BB962C8B-B14F-4D97-AF65-F5344CB8AC3E}">
        <p14:creationId xmlns:p14="http://schemas.microsoft.com/office/powerpoint/2010/main" val="4093561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402F4-43E7-DEAD-FB0A-30AD0F391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FDD8BB-FE1A-9770-F07E-614F2C35EAC5}"/>
              </a:ext>
            </a:extLst>
          </p:cNvPr>
          <p:cNvSpPr/>
          <p:nvPr/>
        </p:nvSpPr>
        <p:spPr>
          <a:xfrm>
            <a:off x="342440" y="341955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rgbClr val="CC00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328CD2-C1D5-C45C-F02B-21A93E1AAB16}"/>
              </a:ext>
            </a:extLst>
          </p:cNvPr>
          <p:cNvSpPr/>
          <p:nvPr/>
        </p:nvSpPr>
        <p:spPr>
          <a:xfrm>
            <a:off x="1848722" y="415259"/>
            <a:ext cx="8484194" cy="13486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rgbClr val="0012C0"/>
                </a:solidFill>
              </a:rPr>
              <a:t>BOX SOON</a:t>
            </a:r>
          </a:p>
          <a:p>
            <a:pPr algn="ctr"/>
            <a:r>
              <a:rPr lang="en-GB" sz="3600" b="1" dirty="0">
                <a:solidFill>
                  <a:srgbClr val="0012C0"/>
                </a:solidFill>
              </a:rPr>
              <a:t>2 LAPS IN TANK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AC09F0-453F-5DBF-4DA3-99D6491DA314}"/>
              </a:ext>
            </a:extLst>
          </p:cNvPr>
          <p:cNvSpPr txBox="1"/>
          <p:nvPr/>
        </p:nvSpPr>
        <p:spPr>
          <a:xfrm>
            <a:off x="251927" y="-21065"/>
            <a:ext cx="229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 Track Messages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E6D087-6273-1D8D-0AAD-CEFE3E1C5E41}"/>
              </a:ext>
            </a:extLst>
          </p:cNvPr>
          <p:cNvSpPr/>
          <p:nvPr/>
        </p:nvSpPr>
        <p:spPr>
          <a:xfrm>
            <a:off x="1859084" y="5190402"/>
            <a:ext cx="8484194" cy="13486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600" b="1" dirty="0">
                <a:solidFill>
                  <a:srgbClr val="FFFF00"/>
                </a:solidFill>
              </a:rPr>
              <a:t>PIT LANE CLOSED</a:t>
            </a:r>
            <a:endParaRPr lang="en-GB" sz="4800" b="1" dirty="0">
              <a:solidFill>
                <a:srgbClr val="FFFF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229EEA-79F5-1063-5672-6145BCA66790}"/>
              </a:ext>
            </a:extLst>
          </p:cNvPr>
          <p:cNvSpPr/>
          <p:nvPr/>
        </p:nvSpPr>
        <p:spPr>
          <a:xfrm>
            <a:off x="1859084" y="2001816"/>
            <a:ext cx="8484194" cy="13486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>
                <a:solidFill>
                  <a:srgbClr val="FFFF00"/>
                </a:solidFill>
              </a:rPr>
              <a:t>BOX </a:t>
            </a:r>
            <a:r>
              <a:rPr lang="en-GB" sz="7200" b="1" dirty="0" err="1">
                <a:solidFill>
                  <a:srgbClr val="FFFF00"/>
                </a:solidFill>
              </a:rPr>
              <a:t>BOX</a:t>
            </a:r>
            <a:r>
              <a:rPr lang="en-GB" sz="7200" b="1" dirty="0">
                <a:solidFill>
                  <a:srgbClr val="FFFF00"/>
                </a:solidFill>
              </a:rPr>
              <a:t> </a:t>
            </a:r>
            <a:r>
              <a:rPr lang="en-GB" sz="7200" b="1" dirty="0" err="1">
                <a:solidFill>
                  <a:srgbClr val="FFFF00"/>
                </a:solidFill>
              </a:rPr>
              <a:t>BOX</a:t>
            </a:r>
            <a:endParaRPr lang="en-GB" sz="5400" b="1" dirty="0">
              <a:solidFill>
                <a:srgbClr val="FFF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AE537B-6886-9233-4688-311EF64952A1}"/>
              </a:ext>
            </a:extLst>
          </p:cNvPr>
          <p:cNvSpPr/>
          <p:nvPr/>
        </p:nvSpPr>
        <p:spPr>
          <a:xfrm>
            <a:off x="1848722" y="3588373"/>
            <a:ext cx="8484194" cy="13486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600" b="1" dirty="0">
                <a:solidFill>
                  <a:srgbClr val="0012C0"/>
                </a:solidFill>
              </a:rPr>
              <a:t>TURN OFF LIMITER</a:t>
            </a:r>
          </a:p>
        </p:txBody>
      </p:sp>
    </p:spTree>
    <p:extLst>
      <p:ext uri="{BB962C8B-B14F-4D97-AF65-F5344CB8AC3E}">
        <p14:creationId xmlns:p14="http://schemas.microsoft.com/office/powerpoint/2010/main" val="1624897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82B63-1066-4A2B-CA65-590CCEAE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s station&#10;&#10;AI-generated content may be incorrect.">
            <a:extLst>
              <a:ext uri="{FF2B5EF4-FFF2-40B4-BE49-F238E27FC236}">
                <a16:creationId xmlns:a16="http://schemas.microsoft.com/office/drawing/2014/main" id="{C70AEFC9-7F43-3E4E-D3C5-0D63BCDCEE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5" t="51571" r="704" b="496"/>
          <a:stretch>
            <a:fillRect/>
          </a:stretch>
        </p:blipFill>
        <p:spPr>
          <a:xfrm>
            <a:off x="222434" y="280235"/>
            <a:ext cx="11634538" cy="6564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ADD15A-CE0C-5AEF-CD96-071BD8E33CCD}"/>
              </a:ext>
            </a:extLst>
          </p:cNvPr>
          <p:cNvSpPr txBox="1"/>
          <p:nvPr/>
        </p:nvSpPr>
        <p:spPr>
          <a:xfrm>
            <a:off x="4475356" y="1597876"/>
            <a:ext cx="869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chemeClr val="accent6"/>
                </a:solidFill>
              </a:rPr>
              <a:t>42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CDA32F-A9EF-10A7-07A3-BBD41A9E35C3}"/>
              </a:ext>
            </a:extLst>
          </p:cNvPr>
          <p:cNvSpPr/>
          <p:nvPr/>
        </p:nvSpPr>
        <p:spPr>
          <a:xfrm>
            <a:off x="335028" y="6065799"/>
            <a:ext cx="6645635" cy="5724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DT: 17s   TYRES: 22s   FUEL: 18s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F41863-5E85-E3F8-7A56-FF94FCD20841}"/>
              </a:ext>
            </a:extLst>
          </p:cNvPr>
          <p:cNvSpPr/>
          <p:nvPr/>
        </p:nvSpPr>
        <p:spPr>
          <a:xfrm>
            <a:off x="7093257" y="6118766"/>
            <a:ext cx="2291330" cy="4664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57s  Loss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CC1B0B-C075-B34C-9BFB-03734E00EB34}"/>
              </a:ext>
            </a:extLst>
          </p:cNvPr>
          <p:cNvSpPr/>
          <p:nvPr/>
        </p:nvSpPr>
        <p:spPr>
          <a:xfrm>
            <a:off x="914400" y="3300296"/>
            <a:ext cx="2601951" cy="4757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bg1">
                    <a:lumMod val="50000"/>
                  </a:schemeClr>
                </a:solidFill>
              </a:rPr>
              <a:t>CURRENT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1791F6-99E7-D37B-94B9-BE9ABD0EB795}"/>
              </a:ext>
            </a:extLst>
          </p:cNvPr>
          <p:cNvSpPr/>
          <p:nvPr/>
        </p:nvSpPr>
        <p:spPr>
          <a:xfrm>
            <a:off x="914400" y="4606847"/>
            <a:ext cx="2601951" cy="4757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bg1">
                    <a:lumMod val="50000"/>
                  </a:schemeClr>
                </a:solidFill>
              </a:rPr>
              <a:t>NEXT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1E0150-293F-06BA-C24A-2849C0831AC6}"/>
              </a:ext>
            </a:extLst>
          </p:cNvPr>
          <p:cNvSpPr/>
          <p:nvPr/>
        </p:nvSpPr>
        <p:spPr>
          <a:xfrm>
            <a:off x="657163" y="605278"/>
            <a:ext cx="3116424" cy="2369976"/>
          </a:xfrm>
          <a:prstGeom prst="rect">
            <a:avLst/>
          </a:prstGeom>
          <a:solidFill>
            <a:srgbClr val="156082">
              <a:alpha val="10196"/>
            </a:srgbClr>
          </a:solidFill>
          <a:ln w="57150">
            <a:solidFill>
              <a:srgbClr val="0012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54A21-262B-6BCB-830F-EB4433006A56}"/>
              </a:ext>
            </a:extLst>
          </p:cNvPr>
          <p:cNvSpPr/>
          <p:nvPr/>
        </p:nvSpPr>
        <p:spPr>
          <a:xfrm>
            <a:off x="657163" y="3300295"/>
            <a:ext cx="3116424" cy="2459413"/>
          </a:xfrm>
          <a:prstGeom prst="rect">
            <a:avLst/>
          </a:prstGeom>
          <a:solidFill>
            <a:srgbClr val="156082">
              <a:alpha val="10196"/>
            </a:srgbClr>
          </a:solidFill>
          <a:ln w="57150">
            <a:solidFill>
              <a:srgbClr val="0012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6DB3E3-2AAB-FF5B-0B1C-8D5D128A994E}"/>
              </a:ext>
            </a:extLst>
          </p:cNvPr>
          <p:cNvSpPr/>
          <p:nvPr/>
        </p:nvSpPr>
        <p:spPr>
          <a:xfrm>
            <a:off x="292230" y="339365"/>
            <a:ext cx="11519555" cy="6447933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4BF9F1-2433-93C1-63D6-13D330A8C455}"/>
              </a:ext>
            </a:extLst>
          </p:cNvPr>
          <p:cNvSpPr txBox="1"/>
          <p:nvPr/>
        </p:nvSpPr>
        <p:spPr>
          <a:xfrm>
            <a:off x="202843" y="-67720"/>
            <a:ext cx="3514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Message Dash - On Track Pit Page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BED63C-8E35-5595-5065-2B20CEBA6F8E}"/>
              </a:ext>
            </a:extLst>
          </p:cNvPr>
          <p:cNvSpPr/>
          <p:nvPr/>
        </p:nvSpPr>
        <p:spPr>
          <a:xfrm>
            <a:off x="222434" y="280235"/>
            <a:ext cx="11634538" cy="6564230"/>
          </a:xfrm>
          <a:prstGeom prst="rect">
            <a:avLst/>
          </a:prstGeom>
          <a:noFill/>
          <a:ln w="76200">
            <a:solidFill>
              <a:srgbClr val="0012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0878791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B2FBA-8061-EC78-D32B-132EC1879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86055A-FAE8-4265-B28A-5EC89939E458}"/>
              </a:ext>
            </a:extLst>
          </p:cNvPr>
          <p:cNvSpPr/>
          <p:nvPr/>
        </p:nvSpPr>
        <p:spPr>
          <a:xfrm>
            <a:off x="347621" y="318982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8EF1C8-97E6-48DA-2435-3B13F7694765}"/>
              </a:ext>
            </a:extLst>
          </p:cNvPr>
          <p:cNvSpPr/>
          <p:nvPr/>
        </p:nvSpPr>
        <p:spPr>
          <a:xfrm>
            <a:off x="371495" y="348267"/>
            <a:ext cx="1423193" cy="6486759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B0F652-73EF-5854-0FF3-F0A08306CEDB}"/>
              </a:ext>
            </a:extLst>
          </p:cNvPr>
          <p:cNvSpPr/>
          <p:nvPr/>
        </p:nvSpPr>
        <p:spPr>
          <a:xfrm>
            <a:off x="10386946" y="348267"/>
            <a:ext cx="1423193" cy="6477151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nk rectangle with white text&#10;&#10;AI-generated content may be incorrect.">
            <a:extLst>
              <a:ext uri="{FF2B5EF4-FFF2-40B4-BE49-F238E27FC236}">
                <a16:creationId xmlns:a16="http://schemas.microsoft.com/office/drawing/2014/main" id="{5DC2E963-FB59-0499-E070-B7B9C8740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947" y="387160"/>
            <a:ext cx="1378589" cy="64089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D44E3E-04C3-3BB3-FBBF-9E5B7A1E8DD0}"/>
              </a:ext>
            </a:extLst>
          </p:cNvPr>
          <p:cNvCxnSpPr/>
          <p:nvPr/>
        </p:nvCxnSpPr>
        <p:spPr>
          <a:xfrm>
            <a:off x="1794688" y="180536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FFBB7B-6DF5-B7F7-282A-44AF42C99468}"/>
              </a:ext>
            </a:extLst>
          </p:cNvPr>
          <p:cNvSpPr txBox="1"/>
          <p:nvPr/>
        </p:nvSpPr>
        <p:spPr>
          <a:xfrm>
            <a:off x="4851731" y="1806672"/>
            <a:ext cx="2421176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REQUIRED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600" b="1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DFFC56-8E92-87A9-7E01-343DA739AA15}"/>
              </a:ext>
            </a:extLst>
          </p:cNvPr>
          <p:cNvCxnSpPr/>
          <p:nvPr/>
        </p:nvCxnSpPr>
        <p:spPr>
          <a:xfrm>
            <a:off x="1794687" y="5255574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E4AD89-4E0F-8496-C174-09CD06393617}"/>
              </a:ext>
            </a:extLst>
          </p:cNvPr>
          <p:cNvCxnSpPr/>
          <p:nvPr/>
        </p:nvCxnSpPr>
        <p:spPr>
          <a:xfrm>
            <a:off x="1794687" y="3478301"/>
            <a:ext cx="859225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AA5CE52-1F8F-CF02-7C71-29DB70064BD5}"/>
              </a:ext>
            </a:extLst>
          </p:cNvPr>
          <p:cNvSpPr txBox="1"/>
          <p:nvPr/>
        </p:nvSpPr>
        <p:spPr>
          <a:xfrm>
            <a:off x="4816517" y="5294760"/>
            <a:ext cx="25742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CONF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000" b="1" dirty="0">
                <a:solidFill>
                  <a:srgbClr val="FFFF00"/>
                </a:solidFill>
              </a:rPr>
              <a:t>70%</a:t>
            </a:r>
            <a:endParaRPr lang="en-GB" sz="360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19E766-BB22-66BE-688A-3F8E8EF625B6}"/>
              </a:ext>
            </a:extLst>
          </p:cNvPr>
          <p:cNvSpPr txBox="1"/>
          <p:nvPr/>
        </p:nvSpPr>
        <p:spPr>
          <a:xfrm>
            <a:off x="2363073" y="5290777"/>
            <a:ext cx="16861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 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000" b="1" dirty="0">
                <a:solidFill>
                  <a:srgbClr val="92D050"/>
                </a:solidFill>
              </a:rPr>
              <a:t>2.3</a:t>
            </a:r>
            <a:endParaRPr lang="en-GB" sz="3600" b="1" dirty="0">
              <a:solidFill>
                <a:srgbClr val="92D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7FA1A6-D5CB-4531-FD58-048A9EDCCF21}"/>
              </a:ext>
            </a:extLst>
          </p:cNvPr>
          <p:cNvSpPr txBox="1"/>
          <p:nvPr/>
        </p:nvSpPr>
        <p:spPr>
          <a:xfrm>
            <a:off x="8152871" y="5294760"/>
            <a:ext cx="17648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PUSH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000" b="1" dirty="0">
                <a:solidFill>
                  <a:srgbClr val="FF0000"/>
                </a:solidFill>
              </a:rPr>
              <a:t>-0.5</a:t>
            </a:r>
            <a:endParaRPr lang="en-GB" sz="36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64A325-840C-9F9D-AA65-47A8A777B475}"/>
              </a:ext>
            </a:extLst>
          </p:cNvPr>
          <p:cNvSpPr/>
          <p:nvPr/>
        </p:nvSpPr>
        <p:spPr>
          <a:xfrm>
            <a:off x="1848722" y="415259"/>
            <a:ext cx="8484194" cy="1348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PIT WINDOW OPEN L12 – L20</a:t>
            </a:r>
          </a:p>
          <a:p>
            <a:pPr algn="ctr"/>
            <a:r>
              <a:rPr lang="en-GB" sz="3600" b="1" dirty="0"/>
              <a:t>Refuel 30l + Tyres + Repair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4F7A24-9CCD-1D8B-78E6-D456EA8C54D0}"/>
              </a:ext>
            </a:extLst>
          </p:cNvPr>
          <p:cNvSpPr txBox="1"/>
          <p:nvPr/>
        </p:nvSpPr>
        <p:spPr>
          <a:xfrm>
            <a:off x="380132" y="-21065"/>
            <a:ext cx="3681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Message Dash - On Track Fuel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79706-C408-0E23-7A4D-509F52D7E5A2}"/>
              </a:ext>
            </a:extLst>
          </p:cNvPr>
          <p:cNvSpPr txBox="1"/>
          <p:nvPr/>
        </p:nvSpPr>
        <p:spPr>
          <a:xfrm rot="16200000">
            <a:off x="-1839902" y="3105735"/>
            <a:ext cx="58281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BURN LADDER</a:t>
            </a:r>
            <a:endParaRPr lang="en-GB" sz="8400" b="1" dirty="0">
              <a:solidFill>
                <a:srgbClr val="92D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2F563E-F630-9384-610E-881E1303EEA8}"/>
              </a:ext>
            </a:extLst>
          </p:cNvPr>
          <p:cNvSpPr/>
          <p:nvPr/>
        </p:nvSpPr>
        <p:spPr>
          <a:xfrm>
            <a:off x="371495" y="347263"/>
            <a:ext cx="11438644" cy="648776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E6F9C-3D22-77AB-653B-85C27DE2B237}"/>
              </a:ext>
            </a:extLst>
          </p:cNvPr>
          <p:cNvSpPr txBox="1"/>
          <p:nvPr/>
        </p:nvSpPr>
        <p:spPr>
          <a:xfrm>
            <a:off x="7598762" y="1810057"/>
            <a:ext cx="272693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FUEL NOW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600" b="1" dirty="0">
                <a:solidFill>
                  <a:schemeClr val="bg1"/>
                </a:solidFill>
              </a:rPr>
              <a:t>20.5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0B337D-61B0-D24A-CB55-4643FAAC32F7}"/>
              </a:ext>
            </a:extLst>
          </p:cNvPr>
          <p:cNvSpPr txBox="1"/>
          <p:nvPr/>
        </p:nvSpPr>
        <p:spPr>
          <a:xfrm>
            <a:off x="1836263" y="1824636"/>
            <a:ext cx="286225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REQUESTED</a:t>
            </a:r>
            <a:br>
              <a:rPr lang="en-GB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6600" b="1" dirty="0">
                <a:solidFill>
                  <a:srgbClr val="92D050"/>
                </a:solidFill>
              </a:rPr>
              <a:t>12</a:t>
            </a:r>
            <a:endParaRPr lang="en-GB" sz="3600" b="1" dirty="0">
              <a:solidFill>
                <a:srgbClr val="92D05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7ED536-D482-21ED-1ACA-A0B406D32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476" y="3588533"/>
            <a:ext cx="4951864" cy="15383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517B786-F63F-9AD5-C015-7B9FA5ECC7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38" r="33677"/>
          <a:stretch>
            <a:fillRect/>
          </a:stretch>
        </p:blipFill>
        <p:spPr>
          <a:xfrm>
            <a:off x="6963703" y="3574310"/>
            <a:ext cx="1629791" cy="1539693"/>
          </a:xfrm>
          <a:prstGeom prst="rect">
            <a:avLst/>
          </a:prstGeom>
        </p:spPr>
      </p:pic>
      <p:pic>
        <p:nvPicPr>
          <p:cNvPr id="22" name="Picture 21" descr="A black and pink sign with white text&#10;&#10;AI-generated content may be incorrect.">
            <a:extLst>
              <a:ext uri="{FF2B5EF4-FFF2-40B4-BE49-F238E27FC236}">
                <a16:creationId xmlns:a16="http://schemas.microsoft.com/office/drawing/2014/main" id="{D436B71D-A81E-5D4F-D156-17742564B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965" y="3574310"/>
            <a:ext cx="1530509" cy="153827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F22312A-D92D-82CF-0033-805C964878D9}"/>
              </a:ext>
            </a:extLst>
          </p:cNvPr>
          <p:cNvSpPr/>
          <p:nvPr/>
        </p:nvSpPr>
        <p:spPr>
          <a:xfrm>
            <a:off x="8959062" y="3974841"/>
            <a:ext cx="1062016" cy="7371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ZERO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0DD1B0-46BA-03C6-368A-6703C72ACC30}"/>
              </a:ext>
            </a:extLst>
          </p:cNvPr>
          <p:cNvSpPr/>
          <p:nvPr/>
        </p:nvSpPr>
        <p:spPr>
          <a:xfrm>
            <a:off x="7308522" y="3870387"/>
            <a:ext cx="958399" cy="9348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919648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C0D8D-42EB-6F4F-46FD-1152ECAB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8D5F1B-E75A-F614-08B5-4FE3B34F835D}"/>
              </a:ext>
            </a:extLst>
          </p:cNvPr>
          <p:cNvSpPr/>
          <p:nvPr/>
        </p:nvSpPr>
        <p:spPr>
          <a:xfrm>
            <a:off x="347621" y="309649"/>
            <a:ext cx="11496758" cy="6516045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21118-97E0-D2C4-54B5-2D78A5747AFA}"/>
              </a:ext>
            </a:extLst>
          </p:cNvPr>
          <p:cNvSpPr txBox="1"/>
          <p:nvPr/>
        </p:nvSpPr>
        <p:spPr>
          <a:xfrm>
            <a:off x="251927" y="-21065"/>
            <a:ext cx="229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 Track</a:t>
            </a:r>
          </a:p>
        </p:txBody>
      </p:sp>
    </p:spTree>
    <p:extLst>
      <p:ext uri="{BB962C8B-B14F-4D97-AF65-F5344CB8AC3E}">
        <p14:creationId xmlns:p14="http://schemas.microsoft.com/office/powerpoint/2010/main" val="4143332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Microsoft Office PowerPoint</Application>
  <PresentationFormat>Widescreen</PresentationFormat>
  <Paragraphs>155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Larkman</dc:creator>
  <cp:lastModifiedBy>Andy Larkman</cp:lastModifiedBy>
  <cp:revision>14</cp:revision>
  <dcterms:created xsi:type="dcterms:W3CDTF">2025-06-12T08:02:11Z</dcterms:created>
  <dcterms:modified xsi:type="dcterms:W3CDTF">2025-12-10T15:39:51Z</dcterms:modified>
</cp:coreProperties>
</file>