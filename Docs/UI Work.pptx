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56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5" r:id="rId16"/>
    <p:sldId id="276" r:id="rId17"/>
    <p:sldId id="277" r:id="rId18"/>
    <p:sldId id="278" r:id="rId19"/>
    <p:sldId id="279" r:id="rId20"/>
    <p:sldId id="28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2525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9" d="100"/>
          <a:sy n="129" d="100"/>
        </p:scale>
        <p:origin x="14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y Larkman" userId="2da26f2e4321c6c2" providerId="LiveId" clId="{011D6294-EEDB-4A63-B2E0-7A95F87567C2}"/>
    <pc:docChg chg="modSld">
      <pc:chgData name="Andy Larkman" userId="2da26f2e4321c6c2" providerId="LiveId" clId="{011D6294-EEDB-4A63-B2E0-7A95F87567C2}" dt="2025-09-12T10:38:10.098" v="1" actId="22"/>
      <pc:docMkLst>
        <pc:docMk/>
      </pc:docMkLst>
      <pc:sldChg chg="addSp mod">
        <pc:chgData name="Andy Larkman" userId="2da26f2e4321c6c2" providerId="LiveId" clId="{011D6294-EEDB-4A63-B2E0-7A95F87567C2}" dt="2025-09-12T10:37:52.568" v="0" actId="22"/>
        <pc:sldMkLst>
          <pc:docMk/>
          <pc:sldMk cId="1739857644" sldId="265"/>
        </pc:sldMkLst>
        <pc:picChg chg="add">
          <ac:chgData name="Andy Larkman" userId="2da26f2e4321c6c2" providerId="LiveId" clId="{011D6294-EEDB-4A63-B2E0-7A95F87567C2}" dt="2025-09-12T10:37:52.568" v="0" actId="22"/>
          <ac:picMkLst>
            <pc:docMk/>
            <pc:sldMk cId="1739857644" sldId="265"/>
            <ac:picMk id="3" creationId="{8E17ABA5-EB81-1B76-65F5-5771C5359A11}"/>
          </ac:picMkLst>
        </pc:picChg>
      </pc:sldChg>
      <pc:sldChg chg="addSp mod">
        <pc:chgData name="Andy Larkman" userId="2da26f2e4321c6c2" providerId="LiveId" clId="{011D6294-EEDB-4A63-B2E0-7A95F87567C2}" dt="2025-09-12T10:38:10.098" v="1" actId="22"/>
        <pc:sldMkLst>
          <pc:docMk/>
          <pc:sldMk cId="4049805621" sldId="266"/>
        </pc:sldMkLst>
        <pc:picChg chg="add">
          <ac:chgData name="Andy Larkman" userId="2da26f2e4321c6c2" providerId="LiveId" clId="{011D6294-EEDB-4A63-B2E0-7A95F87567C2}" dt="2025-09-12T10:38:10.098" v="1" actId="22"/>
          <ac:picMkLst>
            <pc:docMk/>
            <pc:sldMk cId="4049805621" sldId="266"/>
            <ac:picMk id="3" creationId="{FBC7FE6D-CDAB-1AF2-7FB2-5B1392861C3B}"/>
          </ac:picMkLst>
        </pc:picChg>
      </pc:sldChg>
    </pc:docChg>
  </pc:docChgLst>
  <pc:docChgLst>
    <pc:chgData name="Andy Larkman" userId="2da26f2e4321c6c2" providerId="LiveId" clId="{B71A7C82-798A-48DC-9B06-FCEE167E4A24}"/>
    <pc:docChg chg="custSel addSld delSld modSld sldOrd">
      <pc:chgData name="Andy Larkman" userId="2da26f2e4321c6c2" providerId="LiveId" clId="{B71A7C82-798A-48DC-9B06-FCEE167E4A24}" dt="2025-08-21T21:57:39.428" v="64" actId="22"/>
      <pc:docMkLst>
        <pc:docMk/>
      </pc:docMkLst>
      <pc:sldChg chg="addSp mod">
        <pc:chgData name="Andy Larkman" userId="2da26f2e4321c6c2" providerId="LiveId" clId="{B71A7C82-798A-48DC-9B06-FCEE167E4A24}" dt="2025-08-21T08:37:32.906" v="0" actId="22"/>
        <pc:sldMkLst>
          <pc:docMk/>
          <pc:sldMk cId="556942426" sldId="260"/>
        </pc:sldMkLst>
        <pc:picChg chg="add">
          <ac:chgData name="Andy Larkman" userId="2da26f2e4321c6c2" providerId="LiveId" clId="{B71A7C82-798A-48DC-9B06-FCEE167E4A24}" dt="2025-08-21T08:37:32.906" v="0" actId="22"/>
          <ac:picMkLst>
            <pc:docMk/>
            <pc:sldMk cId="556942426" sldId="260"/>
            <ac:picMk id="3" creationId="{CA1E03BC-08FE-31EA-5D4D-0E59C916A405}"/>
          </ac:picMkLst>
        </pc:picChg>
      </pc:sldChg>
      <pc:sldChg chg="addSp delSp modSp del mod">
        <pc:chgData name="Andy Larkman" userId="2da26f2e4321c6c2" providerId="LiveId" clId="{B71A7C82-798A-48DC-9B06-FCEE167E4A24}" dt="2025-08-21T21:19:30.191" v="58" actId="47"/>
        <pc:sldMkLst>
          <pc:docMk/>
          <pc:sldMk cId="1082248428" sldId="261"/>
        </pc:sldMkLst>
      </pc:sldChg>
      <pc:sldChg chg="addSp mod">
        <pc:chgData name="Andy Larkman" userId="2da26f2e4321c6c2" providerId="LiveId" clId="{B71A7C82-798A-48DC-9B06-FCEE167E4A24}" dt="2025-08-21T09:01:21.602" v="57" actId="22"/>
        <pc:sldMkLst>
          <pc:docMk/>
          <pc:sldMk cId="4134498953" sldId="262"/>
        </pc:sldMkLst>
        <pc:picChg chg="add">
          <ac:chgData name="Andy Larkman" userId="2da26f2e4321c6c2" providerId="LiveId" clId="{B71A7C82-798A-48DC-9B06-FCEE167E4A24}" dt="2025-08-21T09:01:21.602" v="57" actId="22"/>
          <ac:picMkLst>
            <pc:docMk/>
            <pc:sldMk cId="4134498953" sldId="262"/>
            <ac:picMk id="3" creationId="{5BD3CFED-F21A-6217-629A-69CD13B0D64D}"/>
          </ac:picMkLst>
        </pc:picChg>
      </pc:sldChg>
      <pc:sldChg chg="addSp modSp mod ord">
        <pc:chgData name="Andy Larkman" userId="2da26f2e4321c6c2" providerId="LiveId" clId="{B71A7C82-798A-48DC-9B06-FCEE167E4A24}" dt="2025-08-21T21:20:17.855" v="63"/>
        <pc:sldMkLst>
          <pc:docMk/>
          <pc:sldMk cId="1306477680" sldId="263"/>
        </pc:sldMkLst>
        <pc:picChg chg="add mod">
          <ac:chgData name="Andy Larkman" userId="2da26f2e4321c6c2" providerId="LiveId" clId="{B71A7C82-798A-48DC-9B06-FCEE167E4A24}" dt="2025-08-21T21:20:15.083" v="61" actId="14100"/>
          <ac:picMkLst>
            <pc:docMk/>
            <pc:sldMk cId="1306477680" sldId="263"/>
            <ac:picMk id="3" creationId="{7B0EEBC9-9BD7-352B-9A2B-D455C9CDFA58}"/>
          </ac:picMkLst>
        </pc:picChg>
      </pc:sldChg>
      <pc:sldChg chg="addSp mod">
        <pc:chgData name="Andy Larkman" userId="2da26f2e4321c6c2" providerId="LiveId" clId="{B71A7C82-798A-48DC-9B06-FCEE167E4A24}" dt="2025-08-21T21:57:39.428" v="64" actId="22"/>
        <pc:sldMkLst>
          <pc:docMk/>
          <pc:sldMk cId="464445035" sldId="264"/>
        </pc:sldMkLst>
        <pc:picChg chg="add">
          <ac:chgData name="Andy Larkman" userId="2da26f2e4321c6c2" providerId="LiveId" clId="{B71A7C82-798A-48DC-9B06-FCEE167E4A24}" dt="2025-08-21T21:57:39.428" v="64" actId="22"/>
          <ac:picMkLst>
            <pc:docMk/>
            <pc:sldMk cId="464445035" sldId="264"/>
            <ac:picMk id="3" creationId="{749D5594-346D-9DC9-929D-674AE3738D8D}"/>
          </ac:picMkLst>
        </pc:picChg>
      </pc:sldChg>
      <pc:sldChg chg="add del">
        <pc:chgData name="Andy Larkman" userId="2da26f2e4321c6c2" providerId="LiveId" clId="{B71A7C82-798A-48DC-9B06-FCEE167E4A24}" dt="2025-08-21T09:01:18.606" v="56" actId="47"/>
        <pc:sldMkLst>
          <pc:docMk/>
          <pc:sldMk cId="2706599228" sldId="282"/>
        </pc:sldMkLst>
      </pc:sldChg>
    </pc:docChg>
  </pc:docChgLst>
  <pc:docChgLst>
    <pc:chgData name="Andy Larkman" userId="2da26f2e4321c6c2" providerId="LiveId" clId="{AE5B54F1-C8F5-448A-ADA0-38ECB62D068A}"/>
    <pc:docChg chg="addSld modSld">
      <pc:chgData name="Andy Larkman" userId="2da26f2e4321c6c2" providerId="LiveId" clId="{AE5B54F1-C8F5-448A-ADA0-38ECB62D068A}" dt="2025-06-12T08:02:17.164" v="1" actId="22"/>
      <pc:docMkLst>
        <pc:docMk/>
      </pc:docMkLst>
      <pc:sldChg chg="addSp new mod">
        <pc:chgData name="Andy Larkman" userId="2da26f2e4321c6c2" providerId="LiveId" clId="{AE5B54F1-C8F5-448A-ADA0-38ECB62D068A}" dt="2025-06-12T08:02:17.164" v="1" actId="22"/>
        <pc:sldMkLst>
          <pc:docMk/>
          <pc:sldMk cId="2385937515" sldId="256"/>
        </pc:sldMkLst>
      </pc:sldChg>
    </pc:docChg>
  </pc:docChgLst>
  <pc:docChgLst>
    <pc:chgData name="Andy Larkman" userId="2da26f2e4321c6c2" providerId="LiveId" clId="{DD57E241-0078-4AE8-9E57-FF82578EE339}"/>
    <pc:docChg chg="custSel addSld delSld modSld sldOrd">
      <pc:chgData name="Andy Larkman" userId="2da26f2e4321c6c2" providerId="LiveId" clId="{DD57E241-0078-4AE8-9E57-FF82578EE339}" dt="2025-06-24T16:02:24.834" v="45" actId="22"/>
      <pc:docMkLst>
        <pc:docMk/>
      </pc:docMkLst>
      <pc:sldChg chg="addSp delSp new mod">
        <pc:chgData name="Andy Larkman" userId="2da26f2e4321c6c2" providerId="LiveId" clId="{DD57E241-0078-4AE8-9E57-FF82578EE339}" dt="2025-06-24T07:06:25.636" v="43" actId="22"/>
        <pc:sldMkLst>
          <pc:docMk/>
          <pc:sldMk cId="1990949740" sldId="256"/>
        </pc:sldMkLst>
      </pc:sldChg>
      <pc:sldChg chg="del">
        <pc:chgData name="Andy Larkman" userId="2da26f2e4321c6c2" providerId="LiveId" clId="{DD57E241-0078-4AE8-9E57-FF82578EE339}" dt="2025-06-12T16:04:43.852" v="0" actId="47"/>
        <pc:sldMkLst>
          <pc:docMk/>
          <pc:sldMk cId="2385937515" sldId="256"/>
        </pc:sldMkLst>
      </pc:sldChg>
      <pc:sldChg chg="addSp delSp add mod">
        <pc:chgData name="Andy Larkman" userId="2da26f2e4321c6c2" providerId="LiveId" clId="{DD57E241-0078-4AE8-9E57-FF82578EE339}" dt="2025-06-24T07:06:45.322" v="44" actId="22"/>
        <pc:sldMkLst>
          <pc:docMk/>
          <pc:sldMk cId="277392067" sldId="257"/>
        </pc:sldMkLst>
      </pc:sldChg>
      <pc:sldChg chg="addSp delSp add mod">
        <pc:chgData name="Andy Larkman" userId="2da26f2e4321c6c2" providerId="LiveId" clId="{DD57E241-0078-4AE8-9E57-FF82578EE339}" dt="2025-06-24T16:02:24.834" v="45" actId="22"/>
        <pc:sldMkLst>
          <pc:docMk/>
          <pc:sldMk cId="3766907185" sldId="258"/>
        </pc:sldMkLst>
      </pc:sldChg>
      <pc:sldChg chg="addSp modSp add mod">
        <pc:chgData name="Andy Larkman" userId="2da26f2e4321c6c2" providerId="LiveId" clId="{DD57E241-0078-4AE8-9E57-FF82578EE339}" dt="2025-06-12T16:07:23.782" v="37" actId="14100"/>
        <pc:sldMkLst>
          <pc:docMk/>
          <pc:sldMk cId="404469307" sldId="259"/>
        </pc:sldMkLst>
      </pc:sldChg>
      <pc:sldChg chg="add">
        <pc:chgData name="Andy Larkman" userId="2da26f2e4321c6c2" providerId="LiveId" clId="{DD57E241-0078-4AE8-9E57-FF82578EE339}" dt="2025-06-12T16:04:55.261" v="7"/>
        <pc:sldMkLst>
          <pc:docMk/>
          <pc:sldMk cId="556942426" sldId="260"/>
        </pc:sldMkLst>
      </pc:sldChg>
      <pc:sldChg chg="add">
        <pc:chgData name="Andy Larkman" userId="2da26f2e4321c6c2" providerId="LiveId" clId="{DD57E241-0078-4AE8-9E57-FF82578EE339}" dt="2025-06-12T16:04:55.293" v="8"/>
        <pc:sldMkLst>
          <pc:docMk/>
          <pc:sldMk cId="1082248428" sldId="261"/>
        </pc:sldMkLst>
      </pc:sldChg>
      <pc:sldChg chg="add">
        <pc:chgData name="Andy Larkman" userId="2da26f2e4321c6c2" providerId="LiveId" clId="{DD57E241-0078-4AE8-9E57-FF82578EE339}" dt="2025-06-12T16:04:55.326" v="9"/>
        <pc:sldMkLst>
          <pc:docMk/>
          <pc:sldMk cId="4134498953" sldId="262"/>
        </pc:sldMkLst>
      </pc:sldChg>
      <pc:sldChg chg="add">
        <pc:chgData name="Andy Larkman" userId="2da26f2e4321c6c2" providerId="LiveId" clId="{DD57E241-0078-4AE8-9E57-FF82578EE339}" dt="2025-06-12T16:04:55.359" v="10"/>
        <pc:sldMkLst>
          <pc:docMk/>
          <pc:sldMk cId="1306477680" sldId="263"/>
        </pc:sldMkLst>
      </pc:sldChg>
      <pc:sldChg chg="add">
        <pc:chgData name="Andy Larkman" userId="2da26f2e4321c6c2" providerId="LiveId" clId="{DD57E241-0078-4AE8-9E57-FF82578EE339}" dt="2025-06-12T16:04:55.387" v="11"/>
        <pc:sldMkLst>
          <pc:docMk/>
          <pc:sldMk cId="464445035" sldId="264"/>
        </pc:sldMkLst>
      </pc:sldChg>
      <pc:sldChg chg="add">
        <pc:chgData name="Andy Larkman" userId="2da26f2e4321c6c2" providerId="LiveId" clId="{DD57E241-0078-4AE8-9E57-FF82578EE339}" dt="2025-06-12T16:04:55.415" v="12"/>
        <pc:sldMkLst>
          <pc:docMk/>
          <pc:sldMk cId="1739857644" sldId="265"/>
        </pc:sldMkLst>
      </pc:sldChg>
      <pc:sldChg chg="add">
        <pc:chgData name="Andy Larkman" userId="2da26f2e4321c6c2" providerId="LiveId" clId="{DD57E241-0078-4AE8-9E57-FF82578EE339}" dt="2025-06-12T16:04:55.449" v="13"/>
        <pc:sldMkLst>
          <pc:docMk/>
          <pc:sldMk cId="4049805621" sldId="266"/>
        </pc:sldMkLst>
      </pc:sldChg>
      <pc:sldChg chg="add">
        <pc:chgData name="Andy Larkman" userId="2da26f2e4321c6c2" providerId="LiveId" clId="{DD57E241-0078-4AE8-9E57-FF82578EE339}" dt="2025-06-12T16:04:55.478" v="14"/>
        <pc:sldMkLst>
          <pc:docMk/>
          <pc:sldMk cId="570729223" sldId="267"/>
        </pc:sldMkLst>
      </pc:sldChg>
      <pc:sldChg chg="add">
        <pc:chgData name="Andy Larkman" userId="2da26f2e4321c6c2" providerId="LiveId" clId="{DD57E241-0078-4AE8-9E57-FF82578EE339}" dt="2025-06-12T16:04:55.507" v="15"/>
        <pc:sldMkLst>
          <pc:docMk/>
          <pc:sldMk cId="3344888485" sldId="268"/>
        </pc:sldMkLst>
      </pc:sldChg>
      <pc:sldChg chg="add">
        <pc:chgData name="Andy Larkman" userId="2da26f2e4321c6c2" providerId="LiveId" clId="{DD57E241-0078-4AE8-9E57-FF82578EE339}" dt="2025-06-12T16:04:55.540" v="16"/>
        <pc:sldMkLst>
          <pc:docMk/>
          <pc:sldMk cId="817053988" sldId="269"/>
        </pc:sldMkLst>
      </pc:sldChg>
      <pc:sldChg chg="add">
        <pc:chgData name="Andy Larkman" userId="2da26f2e4321c6c2" providerId="LiveId" clId="{DD57E241-0078-4AE8-9E57-FF82578EE339}" dt="2025-06-12T16:04:55.573" v="17"/>
        <pc:sldMkLst>
          <pc:docMk/>
          <pc:sldMk cId="1248257113" sldId="270"/>
        </pc:sldMkLst>
      </pc:sldChg>
      <pc:sldChg chg="add">
        <pc:chgData name="Andy Larkman" userId="2da26f2e4321c6c2" providerId="LiveId" clId="{DD57E241-0078-4AE8-9E57-FF82578EE339}" dt="2025-06-12T16:04:55.599" v="18"/>
        <pc:sldMkLst>
          <pc:docMk/>
          <pc:sldMk cId="721931620" sldId="271"/>
        </pc:sldMkLst>
      </pc:sldChg>
      <pc:sldChg chg="add">
        <pc:chgData name="Andy Larkman" userId="2da26f2e4321c6c2" providerId="LiveId" clId="{DD57E241-0078-4AE8-9E57-FF82578EE339}" dt="2025-06-12T16:04:55.634" v="19"/>
        <pc:sldMkLst>
          <pc:docMk/>
          <pc:sldMk cId="1888056661" sldId="272"/>
        </pc:sldMkLst>
      </pc:sldChg>
      <pc:sldChg chg="add">
        <pc:chgData name="Andy Larkman" userId="2da26f2e4321c6c2" providerId="LiveId" clId="{DD57E241-0078-4AE8-9E57-FF82578EE339}" dt="2025-06-12T16:04:55.665" v="20"/>
        <pc:sldMkLst>
          <pc:docMk/>
          <pc:sldMk cId="1796743994" sldId="273"/>
        </pc:sldMkLst>
      </pc:sldChg>
      <pc:sldChg chg="add">
        <pc:chgData name="Andy Larkman" userId="2da26f2e4321c6c2" providerId="LiveId" clId="{DD57E241-0078-4AE8-9E57-FF82578EE339}" dt="2025-06-12T16:04:55.694" v="21"/>
        <pc:sldMkLst>
          <pc:docMk/>
          <pc:sldMk cId="3309312321" sldId="274"/>
        </pc:sldMkLst>
      </pc:sldChg>
      <pc:sldChg chg="add">
        <pc:chgData name="Andy Larkman" userId="2da26f2e4321c6c2" providerId="LiveId" clId="{DD57E241-0078-4AE8-9E57-FF82578EE339}" dt="2025-06-12T16:04:55.729" v="22"/>
        <pc:sldMkLst>
          <pc:docMk/>
          <pc:sldMk cId="3636825823" sldId="275"/>
        </pc:sldMkLst>
      </pc:sldChg>
      <pc:sldChg chg="add">
        <pc:chgData name="Andy Larkman" userId="2da26f2e4321c6c2" providerId="LiveId" clId="{DD57E241-0078-4AE8-9E57-FF82578EE339}" dt="2025-06-12T16:04:55.757" v="23"/>
        <pc:sldMkLst>
          <pc:docMk/>
          <pc:sldMk cId="1765660521" sldId="276"/>
        </pc:sldMkLst>
      </pc:sldChg>
      <pc:sldChg chg="add">
        <pc:chgData name="Andy Larkman" userId="2da26f2e4321c6c2" providerId="LiveId" clId="{DD57E241-0078-4AE8-9E57-FF82578EE339}" dt="2025-06-12T16:04:55.793" v="24"/>
        <pc:sldMkLst>
          <pc:docMk/>
          <pc:sldMk cId="2506171242" sldId="277"/>
        </pc:sldMkLst>
      </pc:sldChg>
      <pc:sldChg chg="add">
        <pc:chgData name="Andy Larkman" userId="2da26f2e4321c6c2" providerId="LiveId" clId="{DD57E241-0078-4AE8-9E57-FF82578EE339}" dt="2025-06-12T16:04:55.817" v="25"/>
        <pc:sldMkLst>
          <pc:docMk/>
          <pc:sldMk cId="2183014921" sldId="278"/>
        </pc:sldMkLst>
      </pc:sldChg>
      <pc:sldChg chg="add">
        <pc:chgData name="Andy Larkman" userId="2da26f2e4321c6c2" providerId="LiveId" clId="{DD57E241-0078-4AE8-9E57-FF82578EE339}" dt="2025-06-12T16:04:55.852" v="26"/>
        <pc:sldMkLst>
          <pc:docMk/>
          <pc:sldMk cId="1654607364" sldId="279"/>
        </pc:sldMkLst>
      </pc:sldChg>
      <pc:sldChg chg="add">
        <pc:chgData name="Andy Larkman" userId="2da26f2e4321c6c2" providerId="LiveId" clId="{DD57E241-0078-4AE8-9E57-FF82578EE339}" dt="2025-06-12T16:04:55.880" v="27"/>
        <pc:sldMkLst>
          <pc:docMk/>
          <pc:sldMk cId="1087879137" sldId="280"/>
        </pc:sldMkLst>
      </pc:sldChg>
      <pc:sldChg chg="addSp delSp add mod ord">
        <pc:chgData name="Andy Larkman" userId="2da26f2e4321c6c2" providerId="LiveId" clId="{DD57E241-0078-4AE8-9E57-FF82578EE339}" dt="2025-06-24T07:06:05.296" v="42" actId="22"/>
        <pc:sldMkLst>
          <pc:docMk/>
          <pc:sldMk cId="3823361715" sldId="281"/>
        </pc:sldMkLst>
      </pc:sldChg>
    </pc:docChg>
  </pc:docChgLst>
  <pc:docChgLst>
    <pc:chgData name="Andy Larkman" userId="2da26f2e4321c6c2" providerId="LiveId" clId="{B504A635-07DA-4D69-9267-7A1876988564}"/>
    <pc:docChg chg="modSld">
      <pc:chgData name="Andy Larkman" userId="2da26f2e4321c6c2" providerId="LiveId" clId="{B504A635-07DA-4D69-9267-7A1876988564}" dt="2025-09-15T13:08:21.432" v="2" actId="22"/>
      <pc:docMkLst>
        <pc:docMk/>
      </pc:docMkLst>
      <pc:sldChg chg="addSp mod">
        <pc:chgData name="Andy Larkman" userId="2da26f2e4321c6c2" providerId="LiveId" clId="{B504A635-07DA-4D69-9267-7A1876988564}" dt="2025-09-14T21:52:35.092" v="0" actId="22"/>
        <pc:sldMkLst>
          <pc:docMk/>
          <pc:sldMk cId="570729223" sldId="267"/>
        </pc:sldMkLst>
        <pc:picChg chg="add">
          <ac:chgData name="Andy Larkman" userId="2da26f2e4321c6c2" providerId="LiveId" clId="{B504A635-07DA-4D69-9267-7A1876988564}" dt="2025-09-14T21:52:35.092" v="0" actId="22"/>
          <ac:picMkLst>
            <pc:docMk/>
            <pc:sldMk cId="570729223" sldId="267"/>
            <ac:picMk id="3" creationId="{AA875420-386E-EEDB-2089-B828F78913D9}"/>
          </ac:picMkLst>
        </pc:picChg>
      </pc:sldChg>
      <pc:sldChg chg="addSp mod">
        <pc:chgData name="Andy Larkman" userId="2da26f2e4321c6c2" providerId="LiveId" clId="{B504A635-07DA-4D69-9267-7A1876988564}" dt="2025-09-14T21:54:42.183" v="1" actId="22"/>
        <pc:sldMkLst>
          <pc:docMk/>
          <pc:sldMk cId="3344888485" sldId="268"/>
        </pc:sldMkLst>
        <pc:picChg chg="add">
          <ac:chgData name="Andy Larkman" userId="2da26f2e4321c6c2" providerId="LiveId" clId="{B504A635-07DA-4D69-9267-7A1876988564}" dt="2025-09-14T21:54:42.183" v="1" actId="22"/>
          <ac:picMkLst>
            <pc:docMk/>
            <pc:sldMk cId="3344888485" sldId="268"/>
            <ac:picMk id="3" creationId="{64C3F6AF-CD92-8BEC-7C92-B4C2726C7DC6}"/>
          </ac:picMkLst>
        </pc:picChg>
      </pc:sldChg>
      <pc:sldChg chg="addSp mod">
        <pc:chgData name="Andy Larkman" userId="2da26f2e4321c6c2" providerId="LiveId" clId="{B504A635-07DA-4D69-9267-7A1876988564}" dt="2025-09-15T13:08:21.432" v="2" actId="22"/>
        <pc:sldMkLst>
          <pc:docMk/>
          <pc:sldMk cId="817053988" sldId="269"/>
        </pc:sldMkLst>
        <pc:picChg chg="add">
          <ac:chgData name="Andy Larkman" userId="2da26f2e4321c6c2" providerId="LiveId" clId="{B504A635-07DA-4D69-9267-7A1876988564}" dt="2025-09-15T13:08:21.432" v="2" actId="22"/>
          <ac:picMkLst>
            <pc:docMk/>
            <pc:sldMk cId="817053988" sldId="269"/>
            <ac:picMk id="3" creationId="{62709E59-5EC8-EAAD-CF94-B261DBD1D92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CD6E-829D-483D-088A-C2B9D959E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7680-6DF4-53D1-498F-AC2E047DE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953AF-64D0-46CE-C646-E00AE61D7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71C14-2F85-3729-DF77-19FAFB74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D155-39E6-E47B-7BFC-1677A9C1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858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6E1C-F57D-941B-D984-33F30B63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1CA80-484A-11B2-2502-4BB5FDDD7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33FB-F588-A8EA-5D53-8E7B80A8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2D12C-AC96-0B46-0F05-1ED88FB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8DDD4-EB2C-83F9-93B3-50908DC21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5CC-5ABE-08A6-F43D-F94CD490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B3352-8048-CABA-96BC-48F0E97FF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96FE-3A4A-3F87-8E4F-A69642BCB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9BCD8-A6D2-AB59-6B81-F4D860809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EFB7-0942-CC1A-5538-752EB7A9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3F26-41E0-DAFA-00F9-46BB8319D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3428-F7C2-E850-9533-2594A3B5A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4809E-06B3-07F8-8132-E6A400535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F2FA5-1A11-7997-78E6-FF6DE007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5642C-3F9C-5303-6A63-30A2DAAC9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5F841-C4EF-C8C1-F113-13C27540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451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15FC-E9E8-5F42-7A0C-3BD4D4F83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C12B3-49C1-622B-C33C-29AC8BC0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B01C5-E0B6-9AB7-3A23-7F658345C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43F7E-2CE6-2224-8F4A-A9A6C5BE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D9E55-87F0-2488-12C6-D5B029335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9BB080-85C5-F12F-4002-E80976B4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A10878-BB07-9005-8BA8-539450DE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F04B1-3B73-108A-0A17-DFC8203C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8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5CF2-8B69-7223-5187-A53D99AF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A7093-33B0-A8BE-D3A0-7870274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68FDD-FD3F-9275-13C8-68905984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B9F5-5D3F-6FAF-80C6-F68B108B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875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F5E3CA-DB3F-D0B0-CDC2-8F46731E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F6E99-0F87-157B-3530-745A8BF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E5A6-2EE4-4BD1-C30A-22211764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57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F7BB-D32B-55D5-FD3F-45B604066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8C589-E6E8-4CB3-A7DE-AE59E1DC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3BFA5-BE7F-1161-DEB9-A446955DD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B0C1E-FC03-5B3F-1FDA-EF2EB8EA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D8591-B8B8-CCCD-3645-1D4548DAE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34B8F-F836-7D2B-C604-EFFAB027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1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228C-B17B-787E-3412-CFFAC50C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53573-8EB4-2267-3D6D-B94669A9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BDF81-DEC4-7AF4-DB27-0171DF82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23C38-932E-26D1-8A36-4D6B1C53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8A60A-3732-A0EF-295C-5520614E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093-44BC-CED1-D43D-46DB2D8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1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2CA-BAEB-B4DE-EA7A-08CA4831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1A3E-4E47-B3EE-6768-8DCB253E5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2142-C8B3-6D7E-676D-F46C0BE1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886C-2F37-CD26-14E1-D106D171B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0046-C8DD-942B-A555-A9263039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27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93EE-74FE-3A5F-77A6-D19056D24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48CDCD-B0A1-534B-2BCE-65731207E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3AE5E-187A-615B-23C6-948E99397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D982-FCED-6715-9BC1-203B8660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34668-16FB-67AB-4ADD-BBEEBCD03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2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FE7E7-1E23-403D-1806-3C882B065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80AF5-A9F4-F1BC-0083-1C3C5AB8E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ECEA6-730C-A724-9775-F1483BC21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A135A-769C-438D-9AC0-5CFB87EA78F4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44D4F-EF02-5095-F917-913D966E8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E6684-A2DB-814F-B78A-523FA4FF7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65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D80A-F082-C172-99E7-C57F8A6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12970B-5548-E8DC-CCB0-968267597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8" y="0"/>
            <a:ext cx="10750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6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B04681-6998-32D7-901D-15E25B18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5" y="0"/>
            <a:ext cx="107068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4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0AA2-7E56-A0AB-4A2F-6B8D015C4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054FC2-341F-695C-3769-53718D087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85" y="0"/>
            <a:ext cx="10724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9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EF18-5EE9-1666-EDF0-451DC1D9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845B7-7B99-D7EF-F713-A5B6BA0C0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571366"/>
            <a:ext cx="762106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90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A2FCA-296C-5270-4B1F-7EF933B6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96BF58-D29B-E543-E841-7F2902428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914" y="522515"/>
            <a:ext cx="10503875" cy="590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69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6C24-9BC5-4CB3-069E-56CB8E6B6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1E03BC-08FE-31EA-5D4D-0E59C916A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13" y="332943"/>
            <a:ext cx="11279174" cy="619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942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A4EC-FC90-DF59-9EC4-7381279D0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0EEBC9-9BD7-352B-9A2B-D455C9CDF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29" y="0"/>
            <a:ext cx="118727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77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0B11F-F72C-1BCE-F470-513FAA510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D3CFED-F21A-6217-629A-69CD13B0D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020" y="318653"/>
            <a:ext cx="8125959" cy="622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498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ECDEA-C2EB-BFB7-4799-4A94C655B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9D5594-346D-9DC9-929D-674AE373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99574"/>
            <a:ext cx="8154538" cy="645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445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B6802-036F-030E-740F-1782BABD3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17ABA5-EB81-1B76-65F5-5771C535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0" y="0"/>
            <a:ext cx="800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57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4B83F-ABE3-D87F-3831-357223EC0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C7FE6D-CDAB-1AF2-7FB2-5B1392861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3" y="175758"/>
            <a:ext cx="9774014" cy="650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805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A772-8D7C-93D4-F80B-C93C9DC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875420-386E-EEDB-2089-B828F7891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991" y="0"/>
            <a:ext cx="81360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29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DFCA-4A9A-8AFD-427E-752BD5F86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C3F6AF-CD92-8BEC-7C92-B4C2726C7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906" y="0"/>
            <a:ext cx="80361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88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DD84-3261-1293-6A06-26BC419EF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09E59-5EC8-EAAD-CF94-B261DBD1D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104" y="0"/>
            <a:ext cx="71057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053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221C-1FED-A921-993F-77037A53D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EC7B36-46D0-C5E5-AA96-52026EF19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973" y="0"/>
            <a:ext cx="67720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25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5B63E-D1E7-6FB0-DFF0-3100975F2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302A51-9E45-5C11-9524-FA534C363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030" y="0"/>
            <a:ext cx="67720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660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7725F-C6B9-8228-27E7-D5BAF4EA9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8DB19D3-1A4C-980A-2BB3-2C4FBD7F8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25" y="125632"/>
            <a:ext cx="5477639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171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CC62-FBCC-DD0A-CB40-7E49FADA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31EA3C-1F12-E417-79F2-F22553CB4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420"/>
            <a:ext cx="5864084" cy="507783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E6DCA7-FF08-A62E-053A-AE56D7ECD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478166"/>
            <a:ext cx="815250" cy="2790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46485BC-2A3C-5CCB-453B-B76138D28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734065"/>
            <a:ext cx="815250" cy="27909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7CD834F-4AA2-13C7-1E04-5417C5EB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2013160"/>
            <a:ext cx="815250" cy="27909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50641CC-FE52-C809-00A4-4642A70FD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254" y="5894112"/>
            <a:ext cx="528446" cy="181924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5718739E-0196-7F38-08D5-3EE56542CF9D}"/>
              </a:ext>
            </a:extLst>
          </p:cNvPr>
          <p:cNvGrpSpPr/>
          <p:nvPr/>
        </p:nvGrpSpPr>
        <p:grpSpPr>
          <a:xfrm>
            <a:off x="6096000" y="178420"/>
            <a:ext cx="5864084" cy="5077838"/>
            <a:chOff x="6096000" y="178420"/>
            <a:chExt cx="5864084" cy="507783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BAAC8A3-2181-B804-8F20-A86E5BA481FC}"/>
                </a:ext>
              </a:extLst>
            </p:cNvPr>
            <p:cNvGrpSpPr/>
            <p:nvPr/>
          </p:nvGrpSpPr>
          <p:grpSpPr>
            <a:xfrm>
              <a:off x="6096000" y="178420"/>
              <a:ext cx="5864084" cy="5077838"/>
              <a:chOff x="6096000" y="0"/>
              <a:chExt cx="5864084" cy="507783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193FA3B-8574-2C53-EE84-C2B4C9F63EE2}"/>
                  </a:ext>
                </a:extLst>
              </p:cNvPr>
              <p:cNvGrpSpPr/>
              <p:nvPr/>
            </p:nvGrpSpPr>
            <p:grpSpPr>
              <a:xfrm>
                <a:off x="6096000" y="0"/>
                <a:ext cx="5864084" cy="5077838"/>
                <a:chOff x="6096000" y="0"/>
                <a:chExt cx="5864084" cy="5077838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51853CC0-527F-9DA8-3A6A-D6572A5D09A4}"/>
                    </a:ext>
                  </a:extLst>
                </p:cNvPr>
                <p:cNvGrpSpPr/>
                <p:nvPr/>
              </p:nvGrpSpPr>
              <p:grpSpPr>
                <a:xfrm>
                  <a:off x="6096000" y="0"/>
                  <a:ext cx="5864084" cy="5077838"/>
                  <a:chOff x="6096000" y="0"/>
                  <a:chExt cx="5864084" cy="5077838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A91F2403-C88D-FB0F-0A12-BA6F611327F9}"/>
                      </a:ext>
                    </a:extLst>
                  </p:cNvPr>
                  <p:cNvGrpSpPr/>
                  <p:nvPr/>
                </p:nvGrpSpPr>
                <p:grpSpPr>
                  <a:xfrm>
                    <a:off x="6096000" y="0"/>
                    <a:ext cx="5864084" cy="5077838"/>
                    <a:chOff x="6096000" y="0"/>
                    <a:chExt cx="5864084" cy="5077838"/>
                  </a:xfrm>
                </p:grpSpPr>
                <p:grpSp>
                  <p:nvGrpSpPr>
                    <p:cNvPr id="10" name="Group 9">
                      <a:extLst>
                        <a:ext uri="{FF2B5EF4-FFF2-40B4-BE49-F238E27FC236}">
                          <a16:creationId xmlns:a16="http://schemas.microsoft.com/office/drawing/2014/main" id="{3AE343FD-1BA3-C985-E607-90FDE104E23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096000" y="0"/>
                      <a:ext cx="5864084" cy="5077838"/>
                      <a:chOff x="6096000" y="0"/>
                      <a:chExt cx="5864084" cy="5077838"/>
                    </a:xfrm>
                  </p:grpSpPr>
                  <p:grpSp>
                    <p:nvGrpSpPr>
                      <p:cNvPr id="7" name="Group 6">
                        <a:extLst>
                          <a:ext uri="{FF2B5EF4-FFF2-40B4-BE49-F238E27FC236}">
                            <a16:creationId xmlns:a16="http://schemas.microsoft.com/office/drawing/2014/main" id="{67B9E719-1815-760F-E1CB-9B4E1EF9F9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096000" y="0"/>
                        <a:ext cx="5864084" cy="5077838"/>
                        <a:chOff x="6096000" y="0"/>
                        <a:chExt cx="5864084" cy="5077838"/>
                      </a:xfrm>
                    </p:grpSpPr>
                    <p:pic>
                      <p:nvPicPr>
                        <p:cNvPr id="4" name="Picture 3" descr="A screenshot of a computer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AC9DC722-636E-0C91-9C7D-536B4BD92B9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6096000" y="0"/>
                          <a:ext cx="5864084" cy="5077838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6" name="Picture 5" descr="A black rectangle with white text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3C2A213F-FD3A-DDCB-A7DB-A3E16B384DC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6103557" y="819778"/>
                          <a:ext cx="5736370" cy="2943620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9" name="Picture 8" descr="A black rectangle with white text&#10;&#10;AI-generated content may be incorrect.">
                        <a:extLst>
                          <a:ext uri="{FF2B5EF4-FFF2-40B4-BE49-F238E27FC236}">
                            <a16:creationId xmlns:a16="http://schemas.microsoft.com/office/drawing/2014/main" id="{F4BA0310-2BC8-5D64-F0D0-E477BF874C27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970797" y="248198"/>
                        <a:ext cx="1876687" cy="1143160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12" name="Picture 11">
                      <a:extLst>
                        <a:ext uri="{FF2B5EF4-FFF2-40B4-BE49-F238E27FC236}">
                          <a16:creationId xmlns:a16="http://schemas.microsoft.com/office/drawing/2014/main" id="{97407481-865A-F757-C159-7DFA3F3A36E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8563537" y="476374"/>
                      <a:ext cx="2015254" cy="238963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7" name="Picture 16">
                    <a:extLst>
                      <a:ext uri="{FF2B5EF4-FFF2-40B4-BE49-F238E27FC236}">
                        <a16:creationId xmlns:a16="http://schemas.microsoft.com/office/drawing/2014/main" id="{CE8204F7-59C8-38FF-A2B7-DAEDB4FC87F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120229" y="1004057"/>
                    <a:ext cx="2421006" cy="250958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8DFCFBB5-BB07-A94B-F01B-2A81464778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3558" y="819779"/>
                  <a:ext cx="1055526" cy="138310"/>
                </a:xfrm>
                <a:prstGeom prst="rect">
                  <a:avLst/>
                </a:prstGeom>
              </p:spPr>
            </p:pic>
          </p:grp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090CCB58-AD3A-E1D9-410E-3276C6CF4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120229" y="1359456"/>
                <a:ext cx="875303" cy="196189"/>
              </a:xfrm>
              <a:prstGeom prst="rect">
                <a:avLst/>
              </a:prstGeom>
            </p:spPr>
          </p:pic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A87D541-0564-8C2C-40CD-95EBEA6066D2}"/>
                </a:ext>
              </a:extLst>
            </p:cNvPr>
            <p:cNvSpPr txBox="1"/>
            <p:nvPr/>
          </p:nvSpPr>
          <p:spPr>
            <a:xfrm>
              <a:off x="7107046" y="1862003"/>
              <a:ext cx="41389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ECO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AF00E7-4C0F-2A15-5868-75AA82357D8D}"/>
                </a:ext>
              </a:extLst>
            </p:cNvPr>
            <p:cNvSpPr txBox="1"/>
            <p:nvPr/>
          </p:nvSpPr>
          <p:spPr>
            <a:xfrm>
              <a:off x="7107046" y="2116000"/>
              <a:ext cx="40107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AVG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DC52CBE-BE7C-58B1-C8A4-F36DA62B6E7B}"/>
                </a:ext>
              </a:extLst>
            </p:cNvPr>
            <p:cNvSpPr txBox="1"/>
            <p:nvPr/>
          </p:nvSpPr>
          <p:spPr>
            <a:xfrm>
              <a:off x="7107046" y="2377774"/>
              <a:ext cx="40748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MAX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9AEBFEB5-50F8-5BE8-3905-1B2BA888866B}"/>
              </a:ext>
            </a:extLst>
          </p:cNvPr>
          <p:cNvSpPr/>
          <p:nvPr/>
        </p:nvSpPr>
        <p:spPr>
          <a:xfrm>
            <a:off x="7544985" y="186910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3.49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A55F34B-8C6D-C19B-1457-6BA06AADEF92}"/>
              </a:ext>
            </a:extLst>
          </p:cNvPr>
          <p:cNvSpPr/>
          <p:nvPr/>
        </p:nvSpPr>
        <p:spPr>
          <a:xfrm>
            <a:off x="7541322" y="2125006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2C418E-030C-65D7-9E02-81666EB981DA}"/>
              </a:ext>
            </a:extLst>
          </p:cNvPr>
          <p:cNvSpPr/>
          <p:nvPr/>
        </p:nvSpPr>
        <p:spPr>
          <a:xfrm>
            <a:off x="7541199" y="238609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91FE21-EA30-36C3-C444-168EDC8CF2AA}"/>
              </a:ext>
            </a:extLst>
          </p:cNvPr>
          <p:cNvSpPr txBox="1"/>
          <p:nvPr/>
        </p:nvSpPr>
        <p:spPr>
          <a:xfrm>
            <a:off x="6933049" y="1512066"/>
            <a:ext cx="1103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Samples    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8E807F-FB04-25AB-31B8-EA18A67CE28B}"/>
              </a:ext>
            </a:extLst>
          </p:cNvPr>
          <p:cNvSpPr txBox="1"/>
          <p:nvPr/>
        </p:nvSpPr>
        <p:spPr>
          <a:xfrm>
            <a:off x="8199443" y="151269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2025-11-28 09:58</a:t>
            </a:r>
          </a:p>
        </p:txBody>
      </p:sp>
      <p:pic>
        <p:nvPicPr>
          <p:cNvPr id="45" name="Picture 4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B096FDAE-DAFA-B254-2155-C754FC9AE6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1248" y="298164"/>
            <a:ext cx="3273395" cy="115680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641CFC88-B521-CD74-E421-F7E89613750E}"/>
              </a:ext>
            </a:extLst>
          </p:cNvPr>
          <p:cNvSpPr/>
          <p:nvPr/>
        </p:nvSpPr>
        <p:spPr>
          <a:xfrm>
            <a:off x="7541322" y="427703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5914F9F-A1EA-3167-3A42-2B9988D82A73}"/>
              </a:ext>
            </a:extLst>
          </p:cNvPr>
          <p:cNvSpPr/>
          <p:nvPr/>
        </p:nvSpPr>
        <p:spPr>
          <a:xfrm>
            <a:off x="7543402" y="691035"/>
            <a:ext cx="653960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39.9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0F6D1E-3D5D-85E9-2F12-47C4A029FCBC}"/>
              </a:ext>
            </a:extLst>
          </p:cNvPr>
          <p:cNvSpPr txBox="1"/>
          <p:nvPr/>
        </p:nvSpPr>
        <p:spPr>
          <a:xfrm>
            <a:off x="8199443" y="417350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2025-11-28 09:58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D9DF32-4212-D898-FE9A-F8905155F62B}"/>
              </a:ext>
            </a:extLst>
          </p:cNvPr>
          <p:cNvSpPr txBox="1"/>
          <p:nvPr/>
        </p:nvSpPr>
        <p:spPr>
          <a:xfrm>
            <a:off x="8197362" y="695745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DTL: 2025-11-28 09:58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4B6DBA6-62A3-4B01-4EA4-394FD639265E}"/>
              </a:ext>
            </a:extLst>
          </p:cNvPr>
          <p:cNvSpPr/>
          <p:nvPr/>
        </p:nvSpPr>
        <p:spPr>
          <a:xfrm>
            <a:off x="7541321" y="1182476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635643-C30B-2763-ACBF-C11701089295}"/>
              </a:ext>
            </a:extLst>
          </p:cNvPr>
          <p:cNvSpPr txBox="1"/>
          <p:nvPr/>
        </p:nvSpPr>
        <p:spPr>
          <a:xfrm>
            <a:off x="8204919" y="118801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2025-11-28 09:58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D7F6C11-8A44-61ED-300E-4707AF44D992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1" b="49999"/>
          <a:stretch>
            <a:fillRect/>
          </a:stretch>
        </p:blipFill>
        <p:spPr>
          <a:xfrm>
            <a:off x="6120229" y="2799230"/>
            <a:ext cx="1055526" cy="159392"/>
          </a:xfrm>
          <a:prstGeom prst="rect">
            <a:avLst/>
          </a:prstGeom>
        </p:spPr>
      </p:pic>
      <p:pic>
        <p:nvPicPr>
          <p:cNvPr id="59" name="Picture 5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1EB2DE-0F70-F9DF-5B8B-88B38F36D07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24373" y="2984686"/>
            <a:ext cx="2069422" cy="1469801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F62E0B95-91F5-6F0A-F906-E55CF128FC6E}"/>
              </a:ext>
            </a:extLst>
          </p:cNvPr>
          <p:cNvSpPr txBox="1"/>
          <p:nvPr/>
        </p:nvSpPr>
        <p:spPr>
          <a:xfrm>
            <a:off x="8210958" y="329760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2025-11-26 16:02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96FF3DF-6350-7A09-16A2-BF954BC6EF61}"/>
              </a:ext>
            </a:extLst>
          </p:cNvPr>
          <p:cNvSpPr/>
          <p:nvPr/>
        </p:nvSpPr>
        <p:spPr>
          <a:xfrm>
            <a:off x="7537551" y="3651633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6AD75E2-B949-4D6A-0A40-F67029DA880E}"/>
              </a:ext>
            </a:extLst>
          </p:cNvPr>
          <p:cNvSpPr/>
          <p:nvPr/>
        </p:nvSpPr>
        <p:spPr>
          <a:xfrm>
            <a:off x="7533888" y="3907532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3.23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3BCF5A-5720-BE93-2AC0-051FFEBAD50B}"/>
              </a:ext>
            </a:extLst>
          </p:cNvPr>
          <p:cNvSpPr/>
          <p:nvPr/>
        </p:nvSpPr>
        <p:spPr>
          <a:xfrm>
            <a:off x="7533765" y="4168623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3.39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6610A7E-C113-FE18-5D52-AD25FD2DD730}"/>
              </a:ext>
            </a:extLst>
          </p:cNvPr>
          <p:cNvSpPr/>
          <p:nvPr/>
        </p:nvSpPr>
        <p:spPr>
          <a:xfrm>
            <a:off x="7520942" y="2989067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1:58.346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B9A636-3C09-0759-DE47-A8DB57CD6A2C}"/>
              </a:ext>
            </a:extLst>
          </p:cNvPr>
          <p:cNvSpPr txBox="1"/>
          <p:nvPr/>
        </p:nvSpPr>
        <p:spPr>
          <a:xfrm>
            <a:off x="8204918" y="297292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2025-11-26 16:45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413B29-AAAD-B3CA-C85A-BFE7227D7360}"/>
              </a:ext>
            </a:extLst>
          </p:cNvPr>
          <p:cNvSpPr txBox="1"/>
          <p:nvPr/>
        </p:nvSpPr>
        <p:spPr>
          <a:xfrm>
            <a:off x="6074361" y="4454487"/>
            <a:ext cx="13300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Wet vs Dry </a:t>
            </a:r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Deltas: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6B8C70-6C5C-797F-1486-2748F45B7D7C}"/>
              </a:ext>
            </a:extLst>
          </p:cNvPr>
          <p:cNvSpPr txBox="1"/>
          <p:nvPr/>
        </p:nvSpPr>
        <p:spPr>
          <a:xfrm>
            <a:off x="7463277" y="4652236"/>
            <a:ext cx="218624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Fuel Burn at -0.29 (92%)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851C61-79F9-BF2B-1729-AAAB0B2EF243}"/>
              </a:ext>
            </a:extLst>
          </p:cNvPr>
          <p:cNvSpPr txBox="1"/>
          <p:nvPr/>
        </p:nvSpPr>
        <p:spPr>
          <a:xfrm>
            <a:off x="7463277" y="4448725"/>
            <a:ext cx="17550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Pace at +12.55s (112%)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BE7C14-97F6-22A1-C58B-7E7B3CD80160}"/>
              </a:ext>
            </a:extLst>
          </p:cNvPr>
          <p:cNvSpPr txBox="1"/>
          <p:nvPr/>
        </p:nvSpPr>
        <p:spPr>
          <a:xfrm>
            <a:off x="8204918" y="22014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u="sng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UPDATES</a:t>
            </a:r>
          </a:p>
        </p:txBody>
      </p:sp>
    </p:spTree>
    <p:extLst>
      <p:ext uri="{BB962C8B-B14F-4D97-AF65-F5344CB8AC3E}">
        <p14:creationId xmlns:p14="http://schemas.microsoft.com/office/powerpoint/2010/main" val="2183014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C2EB-4AFF-4343-8AF7-CDF83BE38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6073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82B63-1066-4A2B-CA65-590CCEAE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7879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</Words>
  <Application>Microsoft Office PowerPoint</Application>
  <PresentationFormat>Widescreen</PresentationFormat>
  <Paragraphs>24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Larkman</dc:creator>
  <cp:lastModifiedBy>Andy Larkman</cp:lastModifiedBy>
  <cp:revision>7</cp:revision>
  <dcterms:created xsi:type="dcterms:W3CDTF">2025-06-12T08:02:11Z</dcterms:created>
  <dcterms:modified xsi:type="dcterms:W3CDTF">2025-11-28T13:54:12Z</dcterms:modified>
</cp:coreProperties>
</file>