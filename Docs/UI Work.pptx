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F_3D215D5D.xml" ContentType="application/vnd.ms-powerpoint.comments+xml"/>
  <Override PartName="/ppt/notesSlides/notesSlide4.xml" ContentType="application/vnd.openxmlformats-officedocument.presentationml.notesSlide+xml"/>
  <Override PartName="/ppt/comments/modernComment_121_9949DE38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81" r:id="rId2"/>
    <p:sldId id="256" r:id="rId3"/>
    <p:sldId id="257" r:id="rId4"/>
    <p:sldId id="278" r:id="rId5"/>
    <p:sldId id="279" r:id="rId6"/>
    <p:sldId id="280" r:id="rId7"/>
    <p:sldId id="286" r:id="rId8"/>
    <p:sldId id="287" r:id="rId9"/>
    <p:sldId id="289" r:id="rId10"/>
    <p:sldId id="282" r:id="rId11"/>
    <p:sldId id="290" r:id="rId12"/>
    <p:sldId id="288" r:id="rId13"/>
    <p:sldId id="291" r:id="rId14"/>
    <p:sldId id="283" r:id="rId15"/>
    <p:sldId id="284" r:id="rId16"/>
    <p:sldId id="28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395208A-B1A0-5A35-9D84-456F68CCFAA9}" name="Andy Larkman" initials="AL" userId="2da26f2e4321c6c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C2"/>
    <a:srgbClr val="0012C0"/>
    <a:srgbClr val="252525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comments/modernComment_11F_3D215D5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ED20C0-A07A-43B5-81EF-6C210FCDDD0D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25596765" sldId="287"/>
      <ac:spMk id="30" creationId="{CD8F158F-5B2D-53F2-3292-A76ADF2A7E5E}"/>
    </ac:deMkLst>
    <p188:txBody>
      <a:bodyPr/>
      <a:lstStyle/>
      <a:p>
        <a:r>
          <a:rPr lang="en-GB"/>
          <a:t>Flash until Limiter ON</a:t>
        </a:r>
      </a:p>
    </p188:txBody>
  </p188:cm>
</p188:cmLst>
</file>

<file path=ppt/comments/modernComment_121_9949DE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D99147-5F61-4BC9-AD35-79FFCB8D8D08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755064" sldId="289"/>
      <ac:spMk id="30" creationId="{D9264003-27F2-CECC-1ADC-72F591621155}"/>
    </ac:deMkLst>
    <p188:txBody>
      <a:bodyPr/>
      <a:lstStyle/>
      <a:p>
        <a:r>
          <a:rPr lang="en-GB"/>
          <a:t>Flash until Limiter 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80721-A07A-4587-8DF4-4BBC5E50CA9B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C418B-77CF-418B-AFB9-B3D97E26A6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36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32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599BF-9EEE-582E-6492-B9C5522EE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D2F18-20CA-76F2-A28C-629C859F3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C7928-B823-7842-ACBA-3DD182236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F3F-F7B1-D988-2A95-B40C94FD9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090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DD4E-CC29-D375-49B9-A8A83287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2490A-B382-B4FB-356C-82922A26E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4B4A2-9C22-E739-9570-9BE1E65B5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7FF33-81E2-305B-D3DF-F8A3102EC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914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90D90-43C4-51DA-3ABF-D06294751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9D27E-D5AF-1B43-5565-61005867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EB0F-848B-C9C3-E285-7B2D436F6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7A48-B147-5815-9570-58AD2523A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400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492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EC3C-9A91-C478-793D-B6BF2F2E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CB7F-8592-DA4D-CEE3-E2B46C2E1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191A-151E-A372-6966-CF6417A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EC4AF-BD1D-A603-37A0-4CC941B75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349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909E-2ADA-D756-A60E-BF41B337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032F8-0BD0-59B6-10FC-AFF68D75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B4BF1-A8DE-A547-3E98-E1B71934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A31FD-0404-417C-65DC-5EDCE7218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44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FB48-F49E-1384-1D8B-8879814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66E42-4388-9512-7056-E27D89FB8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95B88C-E658-CA94-56F9-8B8C0F85B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BB0DC-93D5-0720-8E9E-B5B3F543D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7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3D215D5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9949DE3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31EA3C-1F12-E417-79F2-F22553CB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420"/>
            <a:ext cx="5864084" cy="50778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E6DCA7-FF08-A62E-053A-AE56D7E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478166"/>
            <a:ext cx="815250" cy="279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46485BC-2A3C-5CCB-453B-B76138D28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734065"/>
            <a:ext cx="815250" cy="2790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CD834F-4AA2-13C7-1E04-5417C5EB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2013160"/>
            <a:ext cx="815250" cy="2790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50641CC-FE52-C809-00A4-4642A70FD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254" y="5894112"/>
            <a:ext cx="528446" cy="181924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718739E-0196-7F38-08D5-3EE56542CF9D}"/>
              </a:ext>
            </a:extLst>
          </p:cNvPr>
          <p:cNvGrpSpPr/>
          <p:nvPr/>
        </p:nvGrpSpPr>
        <p:grpSpPr>
          <a:xfrm>
            <a:off x="6096000" y="178420"/>
            <a:ext cx="5864084" cy="5077838"/>
            <a:chOff x="6096000" y="178420"/>
            <a:chExt cx="5864084" cy="507783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BAAC8A3-2181-B804-8F20-A86E5BA481FC}"/>
                </a:ext>
              </a:extLst>
            </p:cNvPr>
            <p:cNvGrpSpPr/>
            <p:nvPr/>
          </p:nvGrpSpPr>
          <p:grpSpPr>
            <a:xfrm>
              <a:off x="6096000" y="178420"/>
              <a:ext cx="5864084" cy="5077838"/>
              <a:chOff x="6096000" y="0"/>
              <a:chExt cx="5864084" cy="507783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193FA3B-8574-2C53-EE84-C2B4C9F63EE2}"/>
                  </a:ext>
                </a:extLst>
              </p:cNvPr>
              <p:cNvGrpSpPr/>
              <p:nvPr/>
            </p:nvGrpSpPr>
            <p:grpSpPr>
              <a:xfrm>
                <a:off x="6096000" y="0"/>
                <a:ext cx="5864084" cy="5077838"/>
                <a:chOff x="6096000" y="0"/>
                <a:chExt cx="5864084" cy="5077838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51853CC0-527F-9DA8-3A6A-D6572A5D09A4}"/>
                    </a:ext>
                  </a:extLst>
                </p:cNvPr>
                <p:cNvGrpSpPr/>
                <p:nvPr/>
              </p:nvGrpSpPr>
              <p:grpSpPr>
                <a:xfrm>
                  <a:off x="6096000" y="0"/>
                  <a:ext cx="5864084" cy="5077838"/>
                  <a:chOff x="6096000" y="0"/>
                  <a:chExt cx="5864084" cy="5077838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A91F2403-C88D-FB0F-0A12-BA6F611327F9}"/>
                      </a:ext>
                    </a:extLst>
                  </p:cNvPr>
                  <p:cNvGrpSpPr/>
                  <p:nvPr/>
                </p:nvGrpSpPr>
                <p:grpSpPr>
                  <a:xfrm>
                    <a:off x="6096000" y="0"/>
                    <a:ext cx="5864084" cy="5077838"/>
                    <a:chOff x="6096000" y="0"/>
                    <a:chExt cx="5864084" cy="5077838"/>
                  </a:xfrm>
                </p:grpSpPr>
                <p:grpSp>
                  <p:nvGrpSpPr>
                    <p:cNvPr id="10" name="Group 9">
                      <a:extLst>
                        <a:ext uri="{FF2B5EF4-FFF2-40B4-BE49-F238E27FC236}">
                          <a16:creationId xmlns:a16="http://schemas.microsoft.com/office/drawing/2014/main" id="{3AE343FD-1BA3-C985-E607-90FDE104E2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96000" y="0"/>
                      <a:ext cx="5864084" cy="5077838"/>
                      <a:chOff x="6096000" y="0"/>
                      <a:chExt cx="5864084" cy="5077838"/>
                    </a:xfrm>
                  </p:grpSpPr>
                  <p:grpSp>
                    <p:nvGrpSpPr>
                      <p:cNvPr id="7" name="Group 6">
                        <a:extLst>
                          <a:ext uri="{FF2B5EF4-FFF2-40B4-BE49-F238E27FC236}">
                            <a16:creationId xmlns:a16="http://schemas.microsoft.com/office/drawing/2014/main" id="{67B9E719-1815-760F-E1CB-9B4E1EF9F9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096000" y="0"/>
                        <a:ext cx="5864084" cy="5077838"/>
                        <a:chOff x="6096000" y="0"/>
                        <a:chExt cx="5864084" cy="5077838"/>
                      </a:xfrm>
                    </p:grpSpPr>
                    <p:pic>
                      <p:nvPicPr>
                        <p:cNvPr id="4" name="Picture 3" descr="A screenshot of a computer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AC9DC722-636E-0C91-9C7D-536B4BD92B9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096000" y="0"/>
                          <a:ext cx="5864084" cy="5077838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" name="Picture 5" descr="A black rectangle with white text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3C2A213F-FD3A-DDCB-A7DB-A3E16B384DC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6103557" y="819778"/>
                          <a:ext cx="5736370" cy="2943620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9" name="Picture 8" descr="A black rectangle with white text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F4BA0310-2BC8-5D64-F0D0-E477BF874C2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70797" y="248198"/>
                        <a:ext cx="1876687" cy="1143160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12" name="Picture 11">
                      <a:extLst>
                        <a:ext uri="{FF2B5EF4-FFF2-40B4-BE49-F238E27FC236}">
                          <a16:creationId xmlns:a16="http://schemas.microsoft.com/office/drawing/2014/main" id="{97407481-865A-F757-C159-7DFA3F3A36E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8563537" y="476374"/>
                      <a:ext cx="2015254" cy="23896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CE8204F7-59C8-38FF-A2B7-DAEDB4FC87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120229" y="1004057"/>
                    <a:ext cx="2421006" cy="250958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8DFCFBB5-BB07-A94B-F01B-2A81464778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3558" y="819779"/>
                  <a:ext cx="1055526" cy="138310"/>
                </a:xfrm>
                <a:prstGeom prst="rect">
                  <a:avLst/>
                </a:prstGeom>
              </p:spPr>
            </p:pic>
          </p:grp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90CCB58-AD3A-E1D9-410E-3276C6CF4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20229" y="1359456"/>
                <a:ext cx="875303" cy="196189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87D541-0564-8C2C-40CD-95EBEA6066D2}"/>
                </a:ext>
              </a:extLst>
            </p:cNvPr>
            <p:cNvSpPr txBox="1"/>
            <p:nvPr/>
          </p:nvSpPr>
          <p:spPr>
            <a:xfrm>
              <a:off x="7107046" y="1862003"/>
              <a:ext cx="4138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ECO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AF00E7-4C0F-2A15-5868-75AA82357D8D}"/>
                </a:ext>
              </a:extLst>
            </p:cNvPr>
            <p:cNvSpPr txBox="1"/>
            <p:nvPr/>
          </p:nvSpPr>
          <p:spPr>
            <a:xfrm>
              <a:off x="7107046" y="2116000"/>
              <a:ext cx="4010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AVG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DC52CBE-BE7C-58B1-C8A4-F36DA62B6E7B}"/>
                </a:ext>
              </a:extLst>
            </p:cNvPr>
            <p:cNvSpPr txBox="1"/>
            <p:nvPr/>
          </p:nvSpPr>
          <p:spPr>
            <a:xfrm>
              <a:off x="7107046" y="2377774"/>
              <a:ext cx="40748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MAX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9AEBFEB5-50F8-5BE8-3905-1B2BA888866B}"/>
              </a:ext>
            </a:extLst>
          </p:cNvPr>
          <p:cNvSpPr/>
          <p:nvPr/>
        </p:nvSpPr>
        <p:spPr>
          <a:xfrm>
            <a:off x="7544985" y="186910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3.49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55F34B-8C6D-C19B-1457-6BA06AADEF92}"/>
              </a:ext>
            </a:extLst>
          </p:cNvPr>
          <p:cNvSpPr/>
          <p:nvPr/>
        </p:nvSpPr>
        <p:spPr>
          <a:xfrm>
            <a:off x="7541322" y="2125006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2C418E-030C-65D7-9E02-81666EB981DA}"/>
              </a:ext>
            </a:extLst>
          </p:cNvPr>
          <p:cNvSpPr/>
          <p:nvPr/>
        </p:nvSpPr>
        <p:spPr>
          <a:xfrm>
            <a:off x="7541199" y="238609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1FE21-EA30-36C3-C444-168EDC8CF2AA}"/>
              </a:ext>
            </a:extLst>
          </p:cNvPr>
          <p:cNvSpPr txBox="1"/>
          <p:nvPr/>
        </p:nvSpPr>
        <p:spPr>
          <a:xfrm>
            <a:off x="6933049" y="1512066"/>
            <a:ext cx="1103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Samples    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E807F-FB04-25AB-31B8-EA18A67CE28B}"/>
              </a:ext>
            </a:extLst>
          </p:cNvPr>
          <p:cNvSpPr txBox="1"/>
          <p:nvPr/>
        </p:nvSpPr>
        <p:spPr>
          <a:xfrm>
            <a:off x="8199443" y="151269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2025-11-28 09:58</a:t>
            </a:r>
          </a:p>
        </p:txBody>
      </p:sp>
      <p:pic>
        <p:nvPicPr>
          <p:cNvPr id="45" name="Picture 4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B096FDAE-DAFA-B254-2155-C754FC9AE6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1248" y="298164"/>
            <a:ext cx="3273395" cy="11568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41CFC88-B521-CD74-E421-F7E89613750E}"/>
              </a:ext>
            </a:extLst>
          </p:cNvPr>
          <p:cNvSpPr/>
          <p:nvPr/>
        </p:nvSpPr>
        <p:spPr>
          <a:xfrm>
            <a:off x="7541322" y="427703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914F9F-A1EA-3167-3A42-2B9988D82A73}"/>
              </a:ext>
            </a:extLst>
          </p:cNvPr>
          <p:cNvSpPr/>
          <p:nvPr/>
        </p:nvSpPr>
        <p:spPr>
          <a:xfrm>
            <a:off x="7543402" y="691035"/>
            <a:ext cx="653960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39.9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F6D1E-3D5D-85E9-2F12-47C4A029FCBC}"/>
              </a:ext>
            </a:extLst>
          </p:cNvPr>
          <p:cNvSpPr txBox="1"/>
          <p:nvPr/>
        </p:nvSpPr>
        <p:spPr>
          <a:xfrm>
            <a:off x="8199443" y="417350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D9DF32-4212-D898-FE9A-F8905155F62B}"/>
              </a:ext>
            </a:extLst>
          </p:cNvPr>
          <p:cNvSpPr txBox="1"/>
          <p:nvPr/>
        </p:nvSpPr>
        <p:spPr>
          <a:xfrm>
            <a:off x="8197362" y="695745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4B6DBA6-62A3-4B01-4EA4-394FD639265E}"/>
              </a:ext>
            </a:extLst>
          </p:cNvPr>
          <p:cNvSpPr/>
          <p:nvPr/>
        </p:nvSpPr>
        <p:spPr>
          <a:xfrm>
            <a:off x="7541321" y="1182476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35643-C30B-2763-ACBF-C11701089295}"/>
              </a:ext>
            </a:extLst>
          </p:cNvPr>
          <p:cNvSpPr txBox="1"/>
          <p:nvPr/>
        </p:nvSpPr>
        <p:spPr>
          <a:xfrm>
            <a:off x="8204919" y="118801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D7F6C11-8A44-61ED-300E-4707AF44D99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" b="49999"/>
          <a:stretch>
            <a:fillRect/>
          </a:stretch>
        </p:blipFill>
        <p:spPr>
          <a:xfrm>
            <a:off x="6120229" y="2799230"/>
            <a:ext cx="1055526" cy="159392"/>
          </a:xfrm>
          <a:prstGeom prst="rect">
            <a:avLst/>
          </a:prstGeom>
        </p:spPr>
      </p:pic>
      <p:pic>
        <p:nvPicPr>
          <p:cNvPr id="59" name="Picture 5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1EB2DE-0F70-F9DF-5B8B-88B38F36D0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24373" y="2984686"/>
            <a:ext cx="2069422" cy="1469801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F62E0B95-91F5-6F0A-F906-E55CF128FC6E}"/>
              </a:ext>
            </a:extLst>
          </p:cNvPr>
          <p:cNvSpPr txBox="1"/>
          <p:nvPr/>
        </p:nvSpPr>
        <p:spPr>
          <a:xfrm>
            <a:off x="8210958" y="329760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2025-11-26 16:02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96FF3DF-6350-7A09-16A2-BF954BC6EF61}"/>
              </a:ext>
            </a:extLst>
          </p:cNvPr>
          <p:cNvSpPr/>
          <p:nvPr/>
        </p:nvSpPr>
        <p:spPr>
          <a:xfrm>
            <a:off x="7537551" y="365163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6AD75E2-B949-4D6A-0A40-F67029DA880E}"/>
              </a:ext>
            </a:extLst>
          </p:cNvPr>
          <p:cNvSpPr/>
          <p:nvPr/>
        </p:nvSpPr>
        <p:spPr>
          <a:xfrm>
            <a:off x="7533888" y="3907532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3.23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3BCF5A-5720-BE93-2AC0-051FFEBAD50B}"/>
              </a:ext>
            </a:extLst>
          </p:cNvPr>
          <p:cNvSpPr/>
          <p:nvPr/>
        </p:nvSpPr>
        <p:spPr>
          <a:xfrm>
            <a:off x="7533765" y="416862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3.39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6610A7E-C113-FE18-5D52-AD25FD2DD730}"/>
              </a:ext>
            </a:extLst>
          </p:cNvPr>
          <p:cNvSpPr/>
          <p:nvPr/>
        </p:nvSpPr>
        <p:spPr>
          <a:xfrm>
            <a:off x="7520942" y="2989067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1:58.346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B9A636-3C09-0759-DE47-A8DB57CD6A2C}"/>
              </a:ext>
            </a:extLst>
          </p:cNvPr>
          <p:cNvSpPr txBox="1"/>
          <p:nvPr/>
        </p:nvSpPr>
        <p:spPr>
          <a:xfrm>
            <a:off x="8204918" y="297292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2025-11-26 16:45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413B29-AAAD-B3CA-C85A-BFE7227D7360}"/>
              </a:ext>
            </a:extLst>
          </p:cNvPr>
          <p:cNvSpPr txBox="1"/>
          <p:nvPr/>
        </p:nvSpPr>
        <p:spPr>
          <a:xfrm>
            <a:off x="6074361" y="4454487"/>
            <a:ext cx="13300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Wet vs Dry </a:t>
            </a:r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Deltas: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6B8C70-6C5C-797F-1486-2748F45B7D7C}"/>
              </a:ext>
            </a:extLst>
          </p:cNvPr>
          <p:cNvSpPr txBox="1"/>
          <p:nvPr/>
        </p:nvSpPr>
        <p:spPr>
          <a:xfrm>
            <a:off x="7463277" y="4652236"/>
            <a:ext cx="218624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Fuel Burn at -0.29 (92%)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851C61-79F9-BF2B-1729-AAAB0B2EF243}"/>
              </a:ext>
            </a:extLst>
          </p:cNvPr>
          <p:cNvSpPr txBox="1"/>
          <p:nvPr/>
        </p:nvSpPr>
        <p:spPr>
          <a:xfrm>
            <a:off x="7463277" y="4448725"/>
            <a:ext cx="17550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Pace at +12.55s (112%)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E7C14-97F6-22A1-C58B-7E7B3CD80160}"/>
              </a:ext>
            </a:extLst>
          </p:cNvPr>
          <p:cNvSpPr txBox="1"/>
          <p:nvPr/>
        </p:nvSpPr>
        <p:spPr>
          <a:xfrm>
            <a:off x="8204918" y="22014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u="sng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UPDATES</a:t>
            </a:r>
          </a:p>
        </p:txBody>
      </p:sp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DCFF251D-6F2B-6A5B-F4F0-8DDB8BF6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0" t="441" r="833" b="51626"/>
          <a:stretch>
            <a:fillRect/>
          </a:stretch>
        </p:blipFill>
        <p:spPr>
          <a:xfrm>
            <a:off x="347621" y="141693"/>
            <a:ext cx="11504191" cy="6516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C70AEFC9-7F43-3E4E-D3C5-0D63BCDCEE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5" t="51571" r="704" b="496"/>
          <a:stretch>
            <a:fillRect/>
          </a:stretch>
        </p:blipFill>
        <p:spPr>
          <a:xfrm>
            <a:off x="222434" y="146885"/>
            <a:ext cx="11634538" cy="656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ADD15A-CE0C-5AEF-CD96-071BD8E33CCD}"/>
              </a:ext>
            </a:extLst>
          </p:cNvPr>
          <p:cNvSpPr txBox="1"/>
          <p:nvPr/>
        </p:nvSpPr>
        <p:spPr>
          <a:xfrm>
            <a:off x="4475356" y="1464526"/>
            <a:ext cx="869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chemeClr val="accent6"/>
                </a:solidFill>
              </a:rPr>
              <a:t>42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DA32F-A9EF-10A7-07A3-BBD41A9E35C3}"/>
              </a:ext>
            </a:extLst>
          </p:cNvPr>
          <p:cNvSpPr/>
          <p:nvPr/>
        </p:nvSpPr>
        <p:spPr>
          <a:xfrm>
            <a:off x="335028" y="5932449"/>
            <a:ext cx="6645635" cy="5724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DT: 17s   TYRES: 22s   FUEL: 18s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F41863-5E85-E3F8-7A56-FF94FCD20841}"/>
              </a:ext>
            </a:extLst>
          </p:cNvPr>
          <p:cNvSpPr/>
          <p:nvPr/>
        </p:nvSpPr>
        <p:spPr>
          <a:xfrm>
            <a:off x="7093257" y="5985416"/>
            <a:ext cx="2291330" cy="4664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COST: 57s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C1B0B-C075-B34C-9BFB-03734E00EB34}"/>
              </a:ext>
            </a:extLst>
          </p:cNvPr>
          <p:cNvSpPr/>
          <p:nvPr/>
        </p:nvSpPr>
        <p:spPr>
          <a:xfrm>
            <a:off x="914400" y="3166946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CURRENT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791F6-99E7-D37B-94B9-BE9ABD0EB795}"/>
              </a:ext>
            </a:extLst>
          </p:cNvPr>
          <p:cNvSpPr/>
          <p:nvPr/>
        </p:nvSpPr>
        <p:spPr>
          <a:xfrm>
            <a:off x="914400" y="4473497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5723C-FFC3-1B5B-B5AD-D744F0D9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1E6795-7438-D148-D19B-614A96A110C3}"/>
              </a:ext>
            </a:extLst>
          </p:cNvPr>
          <p:cNvSpPr/>
          <p:nvPr/>
        </p:nvSpPr>
        <p:spPr>
          <a:xfrm>
            <a:off x="371495" y="301951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A45ACE-E454-9489-F87C-808F4F7BD145}"/>
              </a:ext>
            </a:extLst>
          </p:cNvPr>
          <p:cNvSpPr/>
          <p:nvPr/>
        </p:nvSpPr>
        <p:spPr>
          <a:xfrm>
            <a:off x="371495" y="33123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7CCA9-7335-6048-D5F9-69CE875D1FEC}"/>
              </a:ext>
            </a:extLst>
          </p:cNvPr>
          <p:cNvSpPr/>
          <p:nvPr/>
        </p:nvSpPr>
        <p:spPr>
          <a:xfrm>
            <a:off x="10386946" y="33123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70E7D5-B617-862D-6BF6-5B893FC5627F}"/>
              </a:ext>
            </a:extLst>
          </p:cNvPr>
          <p:cNvCxnSpPr/>
          <p:nvPr/>
        </p:nvCxnSpPr>
        <p:spPr>
          <a:xfrm>
            <a:off x="1794688" y="178833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241B9-90D9-1195-AB49-E46EDDFEC0DD}"/>
              </a:ext>
            </a:extLst>
          </p:cNvPr>
          <p:cNvSpPr txBox="1"/>
          <p:nvPr/>
        </p:nvSpPr>
        <p:spPr>
          <a:xfrm>
            <a:off x="4358548" y="173181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CD66207D-4ECC-3B24-AFF1-27A723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158" y="1875396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963B5A12-59E3-7D26-FB98-D66206B86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840" y="1875396"/>
            <a:ext cx="1629002" cy="161947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5A26E9F-45F1-500A-1859-DCD3D605B8DD}"/>
              </a:ext>
            </a:extLst>
          </p:cNvPr>
          <p:cNvCxnSpPr/>
          <p:nvPr/>
        </p:nvCxnSpPr>
        <p:spPr>
          <a:xfrm>
            <a:off x="1794687" y="534118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0F5FB22-3E1A-F80C-4F0E-A5F24FEDFF75}"/>
              </a:ext>
            </a:extLst>
          </p:cNvPr>
          <p:cNvCxnSpPr/>
          <p:nvPr/>
        </p:nvCxnSpPr>
        <p:spPr>
          <a:xfrm>
            <a:off x="1794687" y="365722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98483F-825C-6B26-62D4-E2D1DDD99E81}"/>
              </a:ext>
            </a:extLst>
          </p:cNvPr>
          <p:cNvSpPr txBox="1"/>
          <p:nvPr/>
        </p:nvSpPr>
        <p:spPr>
          <a:xfrm>
            <a:off x="4401182" y="561476"/>
            <a:ext cx="3290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MESSAGES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3F429-7C1A-31E7-40BE-D30C6A53779C}"/>
              </a:ext>
            </a:extLst>
          </p:cNvPr>
          <p:cNvSpPr txBox="1"/>
          <p:nvPr/>
        </p:nvSpPr>
        <p:spPr>
          <a:xfrm rot="16200000">
            <a:off x="-310163" y="3017869"/>
            <a:ext cx="27686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LEFT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B449A-7DE0-F9CD-1E1D-44CE1E2C9F9E}"/>
              </a:ext>
            </a:extLst>
          </p:cNvPr>
          <p:cNvSpPr txBox="1"/>
          <p:nvPr/>
        </p:nvSpPr>
        <p:spPr>
          <a:xfrm>
            <a:off x="4286925" y="4017821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1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3E976-4D4F-B2C3-8C62-7A0FED351CBB}"/>
              </a:ext>
            </a:extLst>
          </p:cNvPr>
          <p:cNvSpPr txBox="1"/>
          <p:nvPr/>
        </p:nvSpPr>
        <p:spPr>
          <a:xfrm>
            <a:off x="4286924" y="5615032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2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C423F-34FE-3D6F-9CA2-E4AB4D3E2625}"/>
              </a:ext>
            </a:extLst>
          </p:cNvPr>
          <p:cNvSpPr txBox="1"/>
          <p:nvPr/>
        </p:nvSpPr>
        <p:spPr>
          <a:xfrm rot="16200000">
            <a:off x="9450044" y="3079373"/>
            <a:ext cx="3226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RIGHT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1DAF-3786-00EA-9DFF-CB0D645074B4}"/>
              </a:ext>
            </a:extLst>
          </p:cNvPr>
          <p:cNvSpPr/>
          <p:nvPr/>
        </p:nvSpPr>
        <p:spPr>
          <a:xfrm>
            <a:off x="371493" y="320625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198A1-F2C4-88FE-34AC-D6E7ABC2F077}"/>
              </a:ext>
            </a:extLst>
          </p:cNvPr>
          <p:cNvSpPr txBox="1"/>
          <p:nvPr/>
        </p:nvSpPr>
        <p:spPr>
          <a:xfrm>
            <a:off x="350810" y="-20427"/>
            <a:ext cx="187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Template / Zones</a:t>
            </a:r>
          </a:p>
        </p:txBody>
      </p:sp>
    </p:spTree>
    <p:extLst>
      <p:ext uri="{BB962C8B-B14F-4D97-AF65-F5344CB8AC3E}">
        <p14:creationId xmlns:p14="http://schemas.microsoft.com/office/powerpoint/2010/main" val="222599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478C-A36C-32BA-0682-579C9EA7D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6517B4-2ACD-7ECE-4321-D2F70F0BD33A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10F6B-8C7E-491A-6DF3-3875E3CDFCB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62219-A9AA-516E-7EB9-4C37B5B58231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2D41365F-FB09-AF55-D643-28F304AFE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5D8680F-C305-8A51-EA34-1315D626E76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CF1B69-D05B-35A6-452C-C122FA55AF0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2278EB8-C48C-964D-5535-FDA39E648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158" y="1892426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C191146D-A9C3-E4AB-27CE-1A646367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7840" y="1892426"/>
            <a:ext cx="1629002" cy="16194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58F80CA-3FAB-E6F9-ABBA-ECEB53131CAD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0416098-D047-659C-A140-87E65F0F0524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C8CC51C-5591-E3FF-3391-F471658FF42E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B58F3D-E56B-004F-F5EB-A2322B5F135D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35E14-22C7-D9CC-7E57-C89741B6FE6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D271BEC-B559-2518-6FDA-319D72758DE6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05FD5F-2E7C-583F-2D6A-9FA211D144D3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1B6E35-F65C-8A1B-82F7-3E06EB61F3E6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8F158F-5B2D-53F2-3292-A76ADF2A7E5E}"/>
              </a:ext>
            </a:extLst>
          </p:cNvPr>
          <p:cNvSpPr/>
          <p:nvPr/>
        </p:nvSpPr>
        <p:spPr>
          <a:xfrm>
            <a:off x="1839295" y="396405"/>
            <a:ext cx="8513411" cy="13862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0000"/>
                </a:solidFill>
              </a:rPr>
              <a:t>LIMITER 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EE7D94-E85B-ECFD-0A4C-0954C2AED8EC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9DCFD-419D-C2CD-177E-7B05811D4D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FFFF00"/>
                </a:solidFill>
              </a:rPr>
              <a:t>120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D0E8B-6DB9-F4C8-8186-89BABB6F788E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80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4DD42D-D2FD-87B8-166F-934C7F6C15D3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80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4FEA79-F1C8-F269-F3D3-952C0733CA25}"/>
              </a:ext>
            </a:extLst>
          </p:cNvPr>
          <p:cNvSpPr/>
          <p:nvPr/>
        </p:nvSpPr>
        <p:spPr>
          <a:xfrm>
            <a:off x="426464" y="1306286"/>
            <a:ext cx="1297561" cy="4032732"/>
          </a:xfrm>
          <a:prstGeom prst="rect">
            <a:avLst/>
          </a:prstGeom>
          <a:gradFill>
            <a:gsLst>
              <a:gs pos="0">
                <a:srgbClr val="FF0000"/>
              </a:gs>
              <a:gs pos="34000">
                <a:srgbClr val="FFC000"/>
              </a:gs>
              <a:gs pos="67000">
                <a:srgbClr val="FFFF00"/>
              </a:gs>
              <a:gs pos="100000">
                <a:srgbClr val="00B0F0"/>
              </a:gs>
            </a:gsLst>
            <a:lin ang="5400000" scaled="1"/>
          </a:gra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252525"/>
                </a:solidFill>
              </a:rPr>
              <a:t>+40</a:t>
            </a: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1516171-AFFA-BFCD-7097-76934F6210B9}"/>
              </a:ext>
            </a:extLst>
          </p:cNvPr>
          <p:cNvSpPr/>
          <p:nvPr/>
        </p:nvSpPr>
        <p:spPr>
          <a:xfrm>
            <a:off x="508114" y="98243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91500-DF0A-7C69-4C88-8D4BBBBDF2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67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4B99-4573-45B1-7B81-42098731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699771-5F60-12F2-D1D1-032730768D69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1CE293-58D0-50FF-D353-5349B92238A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F0965-4FB7-6134-A155-3E4BD1437FA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E644BA7B-010B-6FE1-6AD8-3380005EB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1BCC8C-B01A-6D18-FC1A-2626EEE6CEB2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C1F2FD-FB4E-F39C-4AF4-96279DBDDE1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1F315880-7CBC-57E5-8EF7-1B238CBB9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158" y="1892426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37955588-7AEE-48AA-51B9-26E43F3A30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7840" y="1892426"/>
            <a:ext cx="1629002" cy="16194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3905CA5-77A3-1D79-84FB-023861A1A695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25C115-8985-2DC6-A98D-570E8BB7D715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32058E0-613D-6B4F-70D0-A1E1D82D9FAD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5490A5-5533-A267-C20B-6CC7E8DAF4DC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CDCE32-5511-8AB2-550E-FCC655B794A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94B4F91-E24C-74AD-0720-D380BD422D7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48AE71-8E06-93E6-B3AB-E6ABAB51D231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244C52-1C1F-92E4-21A8-A6FF14F44050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ABF88D-3711-5CC6-6632-8830099312A9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547CF-EC34-7AC5-445B-584D8730F3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92D050"/>
                </a:solidFill>
              </a:rPr>
              <a:t>59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04FEA-1A4A-49A7-B8FD-185E09DFE7AF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60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D85E8-957C-7D27-D1D8-58A83F50E30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95D12-E587-80F0-3B19-DF10F742EC2D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60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5771F9-2EED-9CF2-AD5D-48D19F3F4EF9}"/>
              </a:ext>
            </a:extLst>
          </p:cNvPr>
          <p:cNvSpPr/>
          <p:nvPr/>
        </p:nvSpPr>
        <p:spPr>
          <a:xfrm>
            <a:off x="497722" y="503872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4E2C3-227C-1F0B-4E94-FC162374E8C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175506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1AD4A-12E4-020F-F1AA-8C175246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245037-C0C7-CA1E-91B1-FD42EDEF84C6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4273C0-1461-263B-5FF4-6214192A65F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9CCE5-3371-306A-698E-0F76904EDE49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Picture 9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0E21BC03-E0C8-683F-AAAD-93BFEE729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3" y="377551"/>
            <a:ext cx="1390526" cy="6396431"/>
          </a:xfrm>
          <a:prstGeom prst="rect">
            <a:avLst/>
          </a:prstGeom>
        </p:spPr>
      </p:pic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4E8C7705-3776-45CE-06E4-0876B87FD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AC9C5D-D88E-8179-DF0C-D2F6E569AB26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400B26E-8D9E-A496-91D7-14F60D25CE9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39B979DF-1B13-14A6-3907-749B6C2AC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158" y="1901757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4E754B16-F9AE-547D-1251-3D9D4E707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7840" y="1901757"/>
            <a:ext cx="1629002" cy="161947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25B5A9-87C4-34A7-C544-441C9E2DABE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DCB6810-1869-848A-E786-06CE3AFB0434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FFA77F-789F-E043-23C3-230A1FA0BA16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1F055A-16AC-ECA0-0FCA-5E11EDA973A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03C13E-B2F6-9988-BC3D-BCCAB0379428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66E00-7B52-33AD-D052-FBAEFEDB8075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EB2C9E-4F50-9F0A-5904-E0D807F8CC3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7285D-F376-D6F0-2848-2EF76EA47D7E}"/>
              </a:ext>
            </a:extLst>
          </p:cNvPr>
          <p:cNvSpPr txBox="1"/>
          <p:nvPr/>
        </p:nvSpPr>
        <p:spPr>
          <a:xfrm>
            <a:off x="380132" y="-21065"/>
            <a:ext cx="3809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Approaching Box (Past Pit Entry Line)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3361C3-5C89-467E-C282-2B89CA9ECAFC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64CC8-10C8-B913-3378-70CE9C43F165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58FAB18-0A1A-1157-E45C-0231B68869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460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CD710-E6F7-9C7C-E564-D1B4683D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7E91B2-FCB3-93BC-514A-0BE17C5EA46B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14A33A-45D8-EF60-30F2-50D5A2D72A6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EC20D4-F56E-1BDC-883A-19E8893C13A3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099299AC-7E3B-E017-BAC2-0F80345A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029574-6595-5147-1CCA-57E64E683449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C5447A9-4D91-E92F-0263-D6DC35DE22D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E3CB259-B882-2C6D-1088-7AA1E0378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158" y="1901757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BC00C47E-4191-DCEB-995F-5A91F3DBD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7840" y="1901757"/>
            <a:ext cx="1629002" cy="161947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643309-5E4A-89E8-0388-1DDC24A13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8EB473-4AE9-745A-399A-851521C96CEB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B69EB2-25A8-31F2-C272-C04BE0D3BB81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279970A-9A8E-B7B1-C06A-1BBAAD7C187D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4749C-8170-8679-F0F5-C2C65A3D8744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EA803-B375-4ED5-B8DD-C1507B5F339A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977900-3C7A-6D0F-E1B1-BE29DFF81BF4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F41499-2BA3-B1B0-2231-EC338B94F1A0}"/>
              </a:ext>
            </a:extLst>
          </p:cNvPr>
          <p:cNvSpPr txBox="1"/>
          <p:nvPr/>
        </p:nvSpPr>
        <p:spPr>
          <a:xfrm>
            <a:off x="380132" y="-21065"/>
            <a:ext cx="782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Box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AE633-081F-7B35-5A72-DB6F59FFF273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87E3AD-9A15-B54F-76FD-FF38846ECA54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924B4-A52F-63BA-8FCD-800B280AD947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CF875-FE86-BEC0-8B36-B8C74C73169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56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8A928-FB75-EBEC-6EEB-EE47698F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CEAD5C-0E1C-89F1-09C2-CC45C6C1C595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A99EA8-F3EC-DA3A-FB15-853C1A77C481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B51F5-5B1B-6754-1ABF-A98288838A3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8611B451-A2AE-5A36-6A33-AC95CD644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B0B067-445C-F52C-60E5-EAC899193FC3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45745E1-BA2B-F1F4-C761-ED78961099A9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E0805EDC-6A1A-87E1-D2EE-32ADCEC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158" y="1892426"/>
            <a:ext cx="1686160" cy="16194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F1E9148E-6E47-733E-D3B1-405CAEAC2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7840" y="1892426"/>
            <a:ext cx="1629002" cy="16194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DEC563D-71E2-9F59-C8AB-956909E7BB53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8AE8B9F-BC0C-D4A7-0861-93B89721D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8CD7E60-6C86-BBF0-7125-6A460B29D587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E5D5BC-4219-4AD9-D21B-A97BA96AFCB9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98BA81-6C1A-ED55-BB68-6D7973AB3CD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99C52F-1D03-2672-507A-675FC2E92BAB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578390-3865-DD29-6E04-A9AC00091C57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A9127-375B-6C5A-233E-CB2AFBD08C79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8209-594A-2DCF-9564-621BD4DD76F0}"/>
              </a:ext>
            </a:extLst>
          </p:cNvPr>
          <p:cNvSpPr/>
          <p:nvPr/>
        </p:nvSpPr>
        <p:spPr>
          <a:xfrm>
            <a:off x="1877003" y="424686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0E58A6-52D1-77D0-E603-818FF24D0AF4}"/>
              </a:ext>
            </a:extLst>
          </p:cNvPr>
          <p:cNvSpPr txBox="1"/>
          <p:nvPr/>
        </p:nvSpPr>
        <p:spPr>
          <a:xfrm>
            <a:off x="380132" y="-21065"/>
            <a:ext cx="1250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DC0D9-50B1-D8E9-4279-C01BB2FC505B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712AF3-09C0-2121-463C-5CE7EA6CEBB2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248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FD8DB-78A4-F01B-9041-18ADB496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17A231-3854-8ED9-976C-9DF2E0CD09A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3ECA26-DBC2-FE65-3E5F-3F7B9E02BC67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6A925-0D71-C64E-2FB9-201B3CA802A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BA3CAA2E-47D4-E9D7-3D8C-017E64363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84E6B2-9B8B-2B2D-56BB-C1C88F967FD4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E1868B3-5E0D-37DA-8786-0E2C2AC73D9F}"/>
              </a:ext>
            </a:extLst>
          </p:cNvPr>
          <p:cNvSpPr txBox="1"/>
          <p:nvPr/>
        </p:nvSpPr>
        <p:spPr>
          <a:xfrm>
            <a:off x="2645046" y="3429000"/>
            <a:ext cx="70235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REJOIN DISPLAY</a:t>
            </a:r>
            <a:endParaRPr lang="en-GB" sz="13800" b="1" dirty="0">
              <a:solidFill>
                <a:srgbClr val="92D05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4E49FDF-0BB0-30F2-B031-2CD4DDF5A947}"/>
              </a:ext>
            </a:extLst>
          </p:cNvPr>
          <p:cNvSpPr/>
          <p:nvPr/>
        </p:nvSpPr>
        <p:spPr>
          <a:xfrm>
            <a:off x="1839295" y="377550"/>
            <a:ext cx="8503048" cy="13995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OFF LIMITER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9494F8-74C3-41C4-C732-A91A3B89AEBF}"/>
              </a:ext>
            </a:extLst>
          </p:cNvPr>
          <p:cNvSpPr txBox="1"/>
          <p:nvPr/>
        </p:nvSpPr>
        <p:spPr>
          <a:xfrm>
            <a:off x="380132" y="-21065"/>
            <a:ext cx="125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Pits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4F3BA9-7578-FC0B-F482-F363CCBBF8FE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D9184-6FCE-461F-0B86-2BC1B69ABBD6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close-up of a warning sign&#10;&#10;AI-generated content may be incorrect.">
            <a:extLst>
              <a:ext uri="{FF2B5EF4-FFF2-40B4-BE49-F238E27FC236}">
                <a16:creationId xmlns:a16="http://schemas.microsoft.com/office/drawing/2014/main" id="{391DB477-99A2-9868-E461-43A086218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291" y="1843071"/>
            <a:ext cx="8503052" cy="495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460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402F4-43E7-DEAD-FB0A-30AD0F391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FDD8BB-FE1A-9770-F07E-614F2C35EAC5}"/>
              </a:ext>
            </a:extLst>
          </p:cNvPr>
          <p:cNvSpPr/>
          <p:nvPr/>
        </p:nvSpPr>
        <p:spPr>
          <a:xfrm>
            <a:off x="347621" y="141693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897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53ED-2034-8E2C-5977-D0EA40EF1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392ABA-A1D6-81E3-E7E0-31FF21D6CE56}"/>
              </a:ext>
            </a:extLst>
          </p:cNvPr>
          <p:cNvSpPr/>
          <p:nvPr/>
        </p:nvSpPr>
        <p:spPr>
          <a:xfrm>
            <a:off x="347621" y="141693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9874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A7A4A-8FFB-485E-5955-40078C59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3B168F-92E4-B99F-C261-6FF3EFFFA770}"/>
              </a:ext>
            </a:extLst>
          </p:cNvPr>
          <p:cNvSpPr/>
          <p:nvPr/>
        </p:nvSpPr>
        <p:spPr>
          <a:xfrm>
            <a:off x="347621" y="141693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034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</Words>
  <Application>Microsoft Office PowerPoint</Application>
  <PresentationFormat>Widescreen</PresentationFormat>
  <Paragraphs>103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10</cp:revision>
  <dcterms:created xsi:type="dcterms:W3CDTF">2025-06-12T08:02:11Z</dcterms:created>
  <dcterms:modified xsi:type="dcterms:W3CDTF">2025-12-09T08:03:14Z</dcterms:modified>
</cp:coreProperties>
</file>